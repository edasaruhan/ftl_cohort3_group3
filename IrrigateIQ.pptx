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1" r:id="rId4"/>
    <p:sldMasterId id="214748367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12192000"/>
  <p:notesSz cx="6858000" cy="9144000"/>
  <p:embeddedFontLst>
    <p:embeddedFont>
      <p:font typeface="Helvetica Neue Light"/>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gr6HVNY3aHvIkOYdQuQZe9mtrk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3.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HelveticaNeueLight-bold.fntdata"/><Relationship Id="rId10" Type="http://schemas.openxmlformats.org/officeDocument/2006/relationships/slide" Target="slides/slide4.xml"/><Relationship Id="rId32" Type="http://schemas.openxmlformats.org/officeDocument/2006/relationships/font" Target="fonts/HelveticaNeueLight-regular.fntdata"/><Relationship Id="rId13" Type="http://schemas.openxmlformats.org/officeDocument/2006/relationships/slide" Target="slides/slide7.xml"/><Relationship Id="rId35" Type="http://schemas.openxmlformats.org/officeDocument/2006/relationships/font" Target="fonts/HelveticaNeueLight-boldItalic.fntdata"/><Relationship Id="rId12" Type="http://schemas.openxmlformats.org/officeDocument/2006/relationships/slide" Target="slides/slide6.xml"/><Relationship Id="rId34" Type="http://schemas.openxmlformats.org/officeDocument/2006/relationships/font" Target="fonts/HelveticaNeueLight-italic.fntdata"/><Relationship Id="rId15" Type="http://schemas.openxmlformats.org/officeDocument/2006/relationships/slide" Target="slides/slide9.xml"/><Relationship Id="rId14" Type="http://schemas.openxmlformats.org/officeDocument/2006/relationships/slide" Target="slides/slide8.xml"/><Relationship Id="rId36"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0723663de1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g30723663de1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84" name="Google Shape;284;g30723663de1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078032147c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g3078032147c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g3078032147c_0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078032147c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078032147c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g3078032147c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078032147c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078032147c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g3078032147c_0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078032147c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078032147c_0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g3078032147c_0_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078032147c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078032147c_0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g3078032147c_0_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078032147c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078032147c_0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g3078032147c_0_5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2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C837"/>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chemeClr val="dk1"/>
              </a:buClr>
              <a:buSzPts val="2000"/>
              <a:buNone/>
              <a:defRPr sz="2000">
                <a:solidFill>
                  <a:schemeClr val="dk1"/>
                </a:solidFill>
              </a:defRPr>
            </a:lvl2pPr>
            <a:lvl3pPr indent="-228600" lvl="2" marL="1371600" algn="l">
              <a:lnSpc>
                <a:spcPct val="90000"/>
              </a:lnSpc>
              <a:spcBef>
                <a:spcPts val="500"/>
              </a:spcBef>
              <a:spcAft>
                <a:spcPts val="0"/>
              </a:spcAft>
              <a:buClr>
                <a:schemeClr val="dk1"/>
              </a:buClr>
              <a:buSzPts val="1800"/>
              <a:buNone/>
              <a:defRPr sz="1800">
                <a:solidFill>
                  <a:schemeClr val="dk1"/>
                </a:solidFill>
              </a:defRPr>
            </a:lvl3pPr>
            <a:lvl4pPr indent="-228600" lvl="3" marL="1828800" algn="l">
              <a:lnSpc>
                <a:spcPct val="90000"/>
              </a:lnSpc>
              <a:spcBef>
                <a:spcPts val="500"/>
              </a:spcBef>
              <a:spcAft>
                <a:spcPts val="0"/>
              </a:spcAft>
              <a:buClr>
                <a:schemeClr val="dk1"/>
              </a:buClr>
              <a:buSzPts val="1600"/>
              <a:buNone/>
              <a:defRPr sz="1600">
                <a:solidFill>
                  <a:schemeClr val="dk1"/>
                </a:solidFill>
              </a:defRPr>
            </a:lvl4pPr>
            <a:lvl5pPr indent="-228600" lvl="4" marL="2286000" algn="l">
              <a:lnSpc>
                <a:spcPct val="90000"/>
              </a:lnSpc>
              <a:spcBef>
                <a:spcPts val="500"/>
              </a:spcBef>
              <a:spcAft>
                <a:spcPts val="0"/>
              </a:spcAft>
              <a:buClr>
                <a:schemeClr val="dk1"/>
              </a:buClr>
              <a:buSzPts val="1600"/>
              <a:buNone/>
              <a:defRPr sz="1600">
                <a:solidFill>
                  <a:schemeClr val="dk1"/>
                </a:solidFill>
              </a:defRPr>
            </a:lvl5pPr>
            <a:lvl6pPr indent="-228600" lvl="5" marL="2743200" algn="l">
              <a:lnSpc>
                <a:spcPct val="90000"/>
              </a:lnSpc>
              <a:spcBef>
                <a:spcPts val="500"/>
              </a:spcBef>
              <a:spcAft>
                <a:spcPts val="0"/>
              </a:spcAft>
              <a:buClr>
                <a:schemeClr val="dk1"/>
              </a:buClr>
              <a:buSzPts val="1600"/>
              <a:buNone/>
              <a:defRPr sz="1600">
                <a:solidFill>
                  <a:schemeClr val="dk1"/>
                </a:solidFill>
              </a:defRPr>
            </a:lvl6pPr>
            <a:lvl7pPr indent="-228600" lvl="6" marL="3200400" algn="l">
              <a:lnSpc>
                <a:spcPct val="90000"/>
              </a:lnSpc>
              <a:spcBef>
                <a:spcPts val="500"/>
              </a:spcBef>
              <a:spcAft>
                <a:spcPts val="0"/>
              </a:spcAft>
              <a:buClr>
                <a:schemeClr val="dk1"/>
              </a:buClr>
              <a:buSzPts val="1600"/>
              <a:buNone/>
              <a:defRPr sz="1600">
                <a:solidFill>
                  <a:schemeClr val="dk1"/>
                </a:solidFill>
              </a:defRPr>
            </a:lvl7pPr>
            <a:lvl8pPr indent="-228600" lvl="7" marL="3657600" algn="l">
              <a:lnSpc>
                <a:spcPct val="90000"/>
              </a:lnSpc>
              <a:spcBef>
                <a:spcPts val="500"/>
              </a:spcBef>
              <a:spcAft>
                <a:spcPts val="0"/>
              </a:spcAft>
              <a:buClr>
                <a:schemeClr val="dk1"/>
              </a:buClr>
              <a:buSzPts val="1600"/>
              <a:buNone/>
              <a:defRPr sz="1600">
                <a:solidFill>
                  <a:schemeClr val="dk1"/>
                </a:solidFill>
              </a:defRPr>
            </a:lvl8pPr>
            <a:lvl9pPr indent="-228600" lvl="8" marL="4114800" algn="l">
              <a:lnSpc>
                <a:spcPct val="90000"/>
              </a:lnSpc>
              <a:spcBef>
                <a:spcPts val="500"/>
              </a:spcBef>
              <a:spcAft>
                <a:spcPts val="0"/>
              </a:spcAft>
              <a:buClr>
                <a:schemeClr val="dk1"/>
              </a:buClr>
              <a:buSzPts val="1600"/>
              <a:buNone/>
              <a:defRPr sz="1600">
                <a:solidFill>
                  <a:schemeClr val="dk1"/>
                </a:solidFill>
              </a:defRPr>
            </a:lvl9pPr>
          </a:lstStyle>
          <a:p/>
        </p:txBody>
      </p:sp>
      <p:sp>
        <p:nvSpPr>
          <p:cNvPr id="22" name="Google Shape;22;p22"/>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2"/>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FFC837"/>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29"/>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9"/>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30"/>
          <p:cNvSpPr txBox="1"/>
          <p:nvPr>
            <p:ph type="title"/>
          </p:nvPr>
        </p:nvSpPr>
        <p:spPr>
          <a:xfrm>
            <a:off x="1039653" y="1064779"/>
            <a:ext cx="10112695" cy="92125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C83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0"/>
          <p:cNvSpPr txBox="1"/>
          <p:nvPr>
            <p:ph idx="1" type="body"/>
          </p:nvPr>
        </p:nvSpPr>
        <p:spPr>
          <a:xfrm>
            <a:off x="1049144" y="2007219"/>
            <a:ext cx="10093712" cy="416974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30"/>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0"/>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1"/>
          <p:cNvSpPr txBox="1"/>
          <p:nvPr>
            <p:ph type="title"/>
          </p:nvPr>
        </p:nvSpPr>
        <p:spPr>
          <a:xfrm>
            <a:off x="1039653" y="1153987"/>
            <a:ext cx="10112695" cy="92125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C83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1"/>
          <p:cNvSpPr txBox="1"/>
          <p:nvPr>
            <p:ph idx="1" type="body"/>
          </p:nvPr>
        </p:nvSpPr>
        <p:spPr>
          <a:xfrm>
            <a:off x="1039653" y="2087362"/>
            <a:ext cx="4919546" cy="4089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1"/>
          <p:cNvSpPr txBox="1"/>
          <p:nvPr>
            <p:ph idx="2" type="body"/>
          </p:nvPr>
        </p:nvSpPr>
        <p:spPr>
          <a:xfrm>
            <a:off x="6232802" y="2087362"/>
            <a:ext cx="4919546" cy="40896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31"/>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1"/>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4" name="Shape 44"/>
        <p:cNvGrpSpPr/>
        <p:nvPr/>
      </p:nvGrpSpPr>
      <p:grpSpPr>
        <a:xfrm>
          <a:off x="0" y="0"/>
          <a:ext cx="0" cy="0"/>
          <a:chOff x="0" y="0"/>
          <a:chExt cx="0" cy="0"/>
        </a:xfrm>
      </p:grpSpPr>
      <p:sp>
        <p:nvSpPr>
          <p:cNvPr id="45" name="Google Shape;45;p32"/>
          <p:cNvSpPr txBox="1"/>
          <p:nvPr>
            <p:ph idx="1" type="body"/>
          </p:nvPr>
        </p:nvSpPr>
        <p:spPr>
          <a:xfrm>
            <a:off x="1039652" y="1987368"/>
            <a:ext cx="4957923" cy="59709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32"/>
          <p:cNvSpPr txBox="1"/>
          <p:nvPr>
            <p:ph idx="2" type="body"/>
          </p:nvPr>
        </p:nvSpPr>
        <p:spPr>
          <a:xfrm>
            <a:off x="1039652" y="2671761"/>
            <a:ext cx="4957923" cy="35179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32"/>
          <p:cNvSpPr txBox="1"/>
          <p:nvPr>
            <p:ph idx="3" type="body"/>
          </p:nvPr>
        </p:nvSpPr>
        <p:spPr>
          <a:xfrm>
            <a:off x="6172200" y="1987367"/>
            <a:ext cx="4980148" cy="60104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32"/>
          <p:cNvSpPr txBox="1"/>
          <p:nvPr>
            <p:ph idx="4" type="body"/>
          </p:nvPr>
        </p:nvSpPr>
        <p:spPr>
          <a:xfrm>
            <a:off x="6172200" y="2671761"/>
            <a:ext cx="4980148" cy="351790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32"/>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2"/>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2" name="Google Shape;52;p32"/>
          <p:cNvSpPr txBox="1"/>
          <p:nvPr>
            <p:ph type="title"/>
          </p:nvPr>
        </p:nvSpPr>
        <p:spPr>
          <a:xfrm>
            <a:off x="1039653" y="1053628"/>
            <a:ext cx="10112695" cy="92125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C83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3"/>
          <p:cNvSpPr txBox="1"/>
          <p:nvPr>
            <p:ph type="title"/>
          </p:nvPr>
        </p:nvSpPr>
        <p:spPr>
          <a:xfrm>
            <a:off x="1039653" y="1053628"/>
            <a:ext cx="10112695" cy="92125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C83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3"/>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3"/>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34"/>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4"/>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35"/>
          <p:cNvSpPr txBox="1"/>
          <p:nvPr>
            <p:ph type="title"/>
          </p:nvPr>
        </p:nvSpPr>
        <p:spPr>
          <a:xfrm>
            <a:off x="839788" y="702526"/>
            <a:ext cx="3932237" cy="135487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C837"/>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35"/>
          <p:cNvSpPr txBox="1"/>
          <p:nvPr>
            <p:ph idx="1" type="body"/>
          </p:nvPr>
        </p:nvSpPr>
        <p:spPr>
          <a:xfrm>
            <a:off x="5185316" y="1304693"/>
            <a:ext cx="6170071" cy="4556357"/>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lt1"/>
              </a:buClr>
              <a:buSzPts val="3200"/>
              <a:buChar char="•"/>
              <a:defRPr sz="3200"/>
            </a:lvl1pPr>
            <a:lvl2pPr indent="-406400" lvl="1" marL="914400" algn="l">
              <a:lnSpc>
                <a:spcPct val="90000"/>
              </a:lnSpc>
              <a:spcBef>
                <a:spcPts val="500"/>
              </a:spcBef>
              <a:spcAft>
                <a:spcPts val="0"/>
              </a:spcAft>
              <a:buClr>
                <a:schemeClr val="lt1"/>
              </a:buClr>
              <a:buSzPts val="2800"/>
              <a:buChar char="•"/>
              <a:defRPr sz="2800"/>
            </a:lvl2pPr>
            <a:lvl3pPr indent="-381000" lvl="2" marL="1371600" algn="l">
              <a:lnSpc>
                <a:spcPct val="90000"/>
              </a:lnSpc>
              <a:spcBef>
                <a:spcPts val="500"/>
              </a:spcBef>
              <a:spcAft>
                <a:spcPts val="0"/>
              </a:spcAft>
              <a:buClr>
                <a:schemeClr val="lt1"/>
              </a:buClr>
              <a:buSzPts val="2400"/>
              <a:buChar char="•"/>
              <a:defRPr sz="2400"/>
            </a:lvl3pPr>
            <a:lvl4pPr indent="-355600" lvl="3" marL="1828800" algn="l">
              <a:lnSpc>
                <a:spcPct val="90000"/>
              </a:lnSpc>
              <a:spcBef>
                <a:spcPts val="500"/>
              </a:spcBef>
              <a:spcAft>
                <a:spcPts val="0"/>
              </a:spcAft>
              <a:buClr>
                <a:schemeClr val="lt1"/>
              </a:buClr>
              <a:buSzPts val="2000"/>
              <a:buChar char="•"/>
              <a:defRPr sz="2000"/>
            </a:lvl4pPr>
            <a:lvl5pPr indent="-355600" lvl="4" marL="2286000" algn="l">
              <a:lnSpc>
                <a:spcPct val="90000"/>
              </a:lnSpc>
              <a:spcBef>
                <a:spcPts val="500"/>
              </a:spcBef>
              <a:spcAft>
                <a:spcPts val="0"/>
              </a:spcAft>
              <a:buClr>
                <a:schemeClr val="lt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5" name="Google Shape;65;p3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35"/>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5"/>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C837"/>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36"/>
          <p:cNvSpPr/>
          <p:nvPr>
            <p:ph idx="2" type="pic"/>
          </p:nvPr>
        </p:nvSpPr>
        <p:spPr>
          <a:xfrm>
            <a:off x="5183188" y="987425"/>
            <a:ext cx="6172200" cy="4873625"/>
          </a:xfrm>
          <a:prstGeom prst="rect">
            <a:avLst/>
          </a:prstGeom>
          <a:noFill/>
          <a:ln>
            <a:noFill/>
          </a:ln>
        </p:spPr>
      </p:sp>
      <p:sp>
        <p:nvSpPr>
          <p:cNvPr id="72" name="Google Shape;72;p3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p36"/>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6"/>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37"/>
          <p:cNvSpPr txBox="1"/>
          <p:nvPr>
            <p:ph type="title"/>
          </p:nvPr>
        </p:nvSpPr>
        <p:spPr>
          <a:xfrm>
            <a:off x="1039653" y="1053628"/>
            <a:ext cx="10112695" cy="92125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C83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37"/>
          <p:cNvSpPr txBox="1"/>
          <p:nvPr>
            <p:ph idx="1" type="body"/>
          </p:nvPr>
        </p:nvSpPr>
        <p:spPr>
          <a:xfrm rot="5400000">
            <a:off x="4011129" y="-954765"/>
            <a:ext cx="4169743" cy="1009371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37"/>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7"/>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3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C83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3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38"/>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8"/>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background" showMasterSp="0">
  <p:cSld name="Blue background">
    <p:bg>
      <p:bgPr>
        <a:solidFill>
          <a:srgbClr val="2B2551"/>
        </a:solidFill>
      </p:bgPr>
    </p:bg>
    <p:spTree>
      <p:nvGrpSpPr>
        <p:cNvPr id="88" name="Shape 88"/>
        <p:cNvGrpSpPr/>
        <p:nvPr/>
      </p:nvGrpSpPr>
      <p:grpSpPr>
        <a:xfrm>
          <a:off x="0" y="0"/>
          <a:ext cx="0" cy="0"/>
          <a:chOff x="0" y="0"/>
          <a:chExt cx="0" cy="0"/>
        </a:xfrm>
      </p:grpSpPr>
      <p:sp>
        <p:nvSpPr>
          <p:cNvPr id="89" name="Google Shape;89;p39"/>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1"/>
                </a:solidFill>
                <a:latin typeface="Helvetica Neue Light"/>
                <a:ea typeface="Helvetica Neue Light"/>
                <a:cs typeface="Helvetica Neue Light"/>
                <a:sym typeface="Helvetica Neue Light"/>
              </a:defRPr>
            </a:lvl1pPr>
            <a:lvl2pPr indent="0" lvl="1" marL="0" algn="r">
              <a:spcBef>
                <a:spcPts val="0"/>
              </a:spcBef>
              <a:buNone/>
              <a:defRPr sz="1200">
                <a:solidFill>
                  <a:schemeClr val="dk1"/>
                </a:solidFill>
                <a:latin typeface="Helvetica Neue Light"/>
                <a:ea typeface="Helvetica Neue Light"/>
                <a:cs typeface="Helvetica Neue Light"/>
                <a:sym typeface="Helvetica Neue Light"/>
              </a:defRPr>
            </a:lvl2pPr>
            <a:lvl3pPr indent="0" lvl="2" marL="0" algn="r">
              <a:spcBef>
                <a:spcPts val="0"/>
              </a:spcBef>
              <a:buNone/>
              <a:defRPr sz="1200">
                <a:solidFill>
                  <a:schemeClr val="dk1"/>
                </a:solidFill>
                <a:latin typeface="Helvetica Neue Light"/>
                <a:ea typeface="Helvetica Neue Light"/>
                <a:cs typeface="Helvetica Neue Light"/>
                <a:sym typeface="Helvetica Neue Light"/>
              </a:defRPr>
            </a:lvl3pPr>
            <a:lvl4pPr indent="0" lvl="3" marL="0" algn="r">
              <a:spcBef>
                <a:spcPts val="0"/>
              </a:spcBef>
              <a:buNone/>
              <a:defRPr sz="1200">
                <a:solidFill>
                  <a:schemeClr val="dk1"/>
                </a:solidFill>
                <a:latin typeface="Helvetica Neue Light"/>
                <a:ea typeface="Helvetica Neue Light"/>
                <a:cs typeface="Helvetica Neue Light"/>
                <a:sym typeface="Helvetica Neue Light"/>
              </a:defRPr>
            </a:lvl4pPr>
            <a:lvl5pPr indent="0" lvl="4" marL="0" algn="r">
              <a:spcBef>
                <a:spcPts val="0"/>
              </a:spcBef>
              <a:buNone/>
              <a:defRPr sz="1200">
                <a:solidFill>
                  <a:schemeClr val="dk1"/>
                </a:solidFill>
                <a:latin typeface="Helvetica Neue Light"/>
                <a:ea typeface="Helvetica Neue Light"/>
                <a:cs typeface="Helvetica Neue Light"/>
                <a:sym typeface="Helvetica Neue Light"/>
              </a:defRPr>
            </a:lvl5pPr>
            <a:lvl6pPr indent="0" lvl="5" marL="0" algn="r">
              <a:spcBef>
                <a:spcPts val="0"/>
              </a:spcBef>
              <a:buNone/>
              <a:defRPr sz="1200">
                <a:solidFill>
                  <a:schemeClr val="dk1"/>
                </a:solidFill>
                <a:latin typeface="Helvetica Neue Light"/>
                <a:ea typeface="Helvetica Neue Light"/>
                <a:cs typeface="Helvetica Neue Light"/>
                <a:sym typeface="Helvetica Neue Light"/>
              </a:defRPr>
            </a:lvl6pPr>
            <a:lvl7pPr indent="0" lvl="6" marL="0" algn="r">
              <a:spcBef>
                <a:spcPts val="0"/>
              </a:spcBef>
              <a:buNone/>
              <a:defRPr sz="1200">
                <a:solidFill>
                  <a:schemeClr val="dk1"/>
                </a:solidFill>
                <a:latin typeface="Helvetica Neue Light"/>
                <a:ea typeface="Helvetica Neue Light"/>
                <a:cs typeface="Helvetica Neue Light"/>
                <a:sym typeface="Helvetica Neue Light"/>
              </a:defRPr>
            </a:lvl7pPr>
            <a:lvl8pPr indent="0" lvl="7" marL="0" algn="r">
              <a:spcBef>
                <a:spcPts val="0"/>
              </a:spcBef>
              <a:buNone/>
              <a:defRPr sz="1200">
                <a:solidFill>
                  <a:schemeClr val="dk1"/>
                </a:solidFill>
                <a:latin typeface="Helvetica Neue Light"/>
                <a:ea typeface="Helvetica Neue Light"/>
                <a:cs typeface="Helvetica Neue Light"/>
                <a:sym typeface="Helvetica Neue Light"/>
              </a:defRPr>
            </a:lvl8pPr>
            <a:lvl9pPr indent="0" lvl="8" marL="0" algn="r">
              <a:spcBef>
                <a:spcPts val="0"/>
              </a:spcBef>
              <a:buNone/>
              <a:defRPr sz="1200">
                <a:solidFill>
                  <a:schemeClr val="dk1"/>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0" name="Shape 100"/>
        <p:cNvGrpSpPr/>
        <p:nvPr/>
      </p:nvGrpSpPr>
      <p:grpSpPr>
        <a:xfrm>
          <a:off x="0" y="0"/>
          <a:ext cx="0" cy="0"/>
          <a:chOff x="0" y="0"/>
          <a:chExt cx="0" cy="0"/>
        </a:xfrm>
      </p:grpSpPr>
      <p:sp>
        <p:nvSpPr>
          <p:cNvPr id="101" name="Google Shape;101;p24"/>
          <p:cNvSpPr txBox="1"/>
          <p:nvPr>
            <p:ph type="title"/>
          </p:nvPr>
        </p:nvSpPr>
        <p:spPr>
          <a:xfrm>
            <a:off x="1039653" y="1153987"/>
            <a:ext cx="10112695" cy="92125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C83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24"/>
          <p:cNvSpPr txBox="1"/>
          <p:nvPr>
            <p:ph idx="1" type="body"/>
          </p:nvPr>
        </p:nvSpPr>
        <p:spPr>
          <a:xfrm>
            <a:off x="1039653" y="2087362"/>
            <a:ext cx="4919546" cy="4089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24"/>
          <p:cNvSpPr txBox="1"/>
          <p:nvPr>
            <p:ph idx="2" type="body"/>
          </p:nvPr>
        </p:nvSpPr>
        <p:spPr>
          <a:xfrm>
            <a:off x="6232802" y="2087362"/>
            <a:ext cx="4919546" cy="40896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 name="Google Shape;104;p24"/>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4"/>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7" name="Shape 107"/>
        <p:cNvGrpSpPr/>
        <p:nvPr/>
      </p:nvGrpSpPr>
      <p:grpSpPr>
        <a:xfrm>
          <a:off x="0" y="0"/>
          <a:ext cx="0" cy="0"/>
          <a:chOff x="0" y="0"/>
          <a:chExt cx="0" cy="0"/>
        </a:xfrm>
      </p:grpSpPr>
      <p:sp>
        <p:nvSpPr>
          <p:cNvPr id="108" name="Google Shape;108;p25"/>
          <p:cNvSpPr txBox="1"/>
          <p:nvPr>
            <p:ph type="title"/>
          </p:nvPr>
        </p:nvSpPr>
        <p:spPr>
          <a:xfrm>
            <a:off x="1039653" y="1064779"/>
            <a:ext cx="10112695" cy="92125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C83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25"/>
          <p:cNvSpPr txBox="1"/>
          <p:nvPr>
            <p:ph idx="1" type="body"/>
          </p:nvPr>
        </p:nvSpPr>
        <p:spPr>
          <a:xfrm>
            <a:off x="1049144" y="2007219"/>
            <a:ext cx="10093712" cy="416974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25"/>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5"/>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3" name="Shape 113"/>
        <p:cNvGrpSpPr/>
        <p:nvPr/>
      </p:nvGrpSpPr>
      <p:grpSpPr>
        <a:xfrm>
          <a:off x="0" y="0"/>
          <a:ext cx="0" cy="0"/>
          <a:chOff x="0" y="0"/>
          <a:chExt cx="0" cy="0"/>
        </a:xfrm>
      </p:grpSpPr>
      <p:sp>
        <p:nvSpPr>
          <p:cNvPr id="114" name="Google Shape;114;p2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C837"/>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2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chemeClr val="dk1"/>
              </a:buClr>
              <a:buSzPts val="2000"/>
              <a:buNone/>
              <a:defRPr sz="2000">
                <a:solidFill>
                  <a:schemeClr val="dk1"/>
                </a:solidFill>
              </a:defRPr>
            </a:lvl2pPr>
            <a:lvl3pPr indent="-228600" lvl="2" marL="1371600" algn="l">
              <a:lnSpc>
                <a:spcPct val="90000"/>
              </a:lnSpc>
              <a:spcBef>
                <a:spcPts val="500"/>
              </a:spcBef>
              <a:spcAft>
                <a:spcPts val="0"/>
              </a:spcAft>
              <a:buClr>
                <a:schemeClr val="dk1"/>
              </a:buClr>
              <a:buSzPts val="1800"/>
              <a:buNone/>
              <a:defRPr sz="1800">
                <a:solidFill>
                  <a:schemeClr val="dk1"/>
                </a:solidFill>
              </a:defRPr>
            </a:lvl3pPr>
            <a:lvl4pPr indent="-228600" lvl="3" marL="1828800" algn="l">
              <a:lnSpc>
                <a:spcPct val="90000"/>
              </a:lnSpc>
              <a:spcBef>
                <a:spcPts val="500"/>
              </a:spcBef>
              <a:spcAft>
                <a:spcPts val="0"/>
              </a:spcAft>
              <a:buClr>
                <a:schemeClr val="dk1"/>
              </a:buClr>
              <a:buSzPts val="1600"/>
              <a:buNone/>
              <a:defRPr sz="1600">
                <a:solidFill>
                  <a:schemeClr val="dk1"/>
                </a:solidFill>
              </a:defRPr>
            </a:lvl4pPr>
            <a:lvl5pPr indent="-228600" lvl="4" marL="2286000" algn="l">
              <a:lnSpc>
                <a:spcPct val="90000"/>
              </a:lnSpc>
              <a:spcBef>
                <a:spcPts val="500"/>
              </a:spcBef>
              <a:spcAft>
                <a:spcPts val="0"/>
              </a:spcAft>
              <a:buClr>
                <a:schemeClr val="dk1"/>
              </a:buClr>
              <a:buSzPts val="1600"/>
              <a:buNone/>
              <a:defRPr sz="1600">
                <a:solidFill>
                  <a:schemeClr val="dk1"/>
                </a:solidFill>
              </a:defRPr>
            </a:lvl5pPr>
            <a:lvl6pPr indent="-228600" lvl="5" marL="2743200" algn="l">
              <a:lnSpc>
                <a:spcPct val="90000"/>
              </a:lnSpc>
              <a:spcBef>
                <a:spcPts val="500"/>
              </a:spcBef>
              <a:spcAft>
                <a:spcPts val="0"/>
              </a:spcAft>
              <a:buClr>
                <a:schemeClr val="dk1"/>
              </a:buClr>
              <a:buSzPts val="1600"/>
              <a:buNone/>
              <a:defRPr sz="1600">
                <a:solidFill>
                  <a:schemeClr val="dk1"/>
                </a:solidFill>
              </a:defRPr>
            </a:lvl6pPr>
            <a:lvl7pPr indent="-228600" lvl="6" marL="3200400" algn="l">
              <a:lnSpc>
                <a:spcPct val="90000"/>
              </a:lnSpc>
              <a:spcBef>
                <a:spcPts val="500"/>
              </a:spcBef>
              <a:spcAft>
                <a:spcPts val="0"/>
              </a:spcAft>
              <a:buClr>
                <a:schemeClr val="dk1"/>
              </a:buClr>
              <a:buSzPts val="1600"/>
              <a:buNone/>
              <a:defRPr sz="1600">
                <a:solidFill>
                  <a:schemeClr val="dk1"/>
                </a:solidFill>
              </a:defRPr>
            </a:lvl7pPr>
            <a:lvl8pPr indent="-228600" lvl="7" marL="3657600" algn="l">
              <a:lnSpc>
                <a:spcPct val="90000"/>
              </a:lnSpc>
              <a:spcBef>
                <a:spcPts val="500"/>
              </a:spcBef>
              <a:spcAft>
                <a:spcPts val="0"/>
              </a:spcAft>
              <a:buClr>
                <a:schemeClr val="dk1"/>
              </a:buClr>
              <a:buSzPts val="1600"/>
              <a:buNone/>
              <a:defRPr sz="1600">
                <a:solidFill>
                  <a:schemeClr val="dk1"/>
                </a:solidFill>
              </a:defRPr>
            </a:lvl8pPr>
            <a:lvl9pPr indent="-228600" lvl="8" marL="4114800" algn="l">
              <a:lnSpc>
                <a:spcPct val="90000"/>
              </a:lnSpc>
              <a:spcBef>
                <a:spcPts val="500"/>
              </a:spcBef>
              <a:spcAft>
                <a:spcPts val="0"/>
              </a:spcAft>
              <a:buClr>
                <a:schemeClr val="dk1"/>
              </a:buClr>
              <a:buSzPts val="1600"/>
              <a:buNone/>
              <a:defRPr sz="1600">
                <a:solidFill>
                  <a:schemeClr val="dk1"/>
                </a:solidFill>
              </a:defRPr>
            </a:lvl9pPr>
          </a:lstStyle>
          <a:p/>
        </p:txBody>
      </p:sp>
      <p:sp>
        <p:nvSpPr>
          <p:cNvPr id="116" name="Google Shape;116;p26"/>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6"/>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9" name="Shape 119"/>
        <p:cNvGrpSpPr/>
        <p:nvPr/>
      </p:nvGrpSpPr>
      <p:grpSpPr>
        <a:xfrm>
          <a:off x="0" y="0"/>
          <a:ext cx="0" cy="0"/>
          <a:chOff x="0" y="0"/>
          <a:chExt cx="0" cy="0"/>
        </a:xfrm>
      </p:grpSpPr>
      <p:sp>
        <p:nvSpPr>
          <p:cNvPr id="120" name="Google Shape;120;p5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FFC837"/>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5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22" name="Google Shape;122;p51"/>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51"/>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125" name="Shape 125"/>
        <p:cNvGrpSpPr/>
        <p:nvPr/>
      </p:nvGrpSpPr>
      <p:grpSpPr>
        <a:xfrm>
          <a:off x="0" y="0"/>
          <a:ext cx="0" cy="0"/>
          <a:chOff x="0" y="0"/>
          <a:chExt cx="0" cy="0"/>
        </a:xfrm>
      </p:grpSpPr>
      <p:sp>
        <p:nvSpPr>
          <p:cNvPr id="126" name="Google Shape;126;p52"/>
          <p:cNvSpPr txBox="1"/>
          <p:nvPr>
            <p:ph idx="1" type="body"/>
          </p:nvPr>
        </p:nvSpPr>
        <p:spPr>
          <a:xfrm>
            <a:off x="1039652" y="1987368"/>
            <a:ext cx="4957923" cy="59709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7" name="Google Shape;127;p52"/>
          <p:cNvSpPr txBox="1"/>
          <p:nvPr>
            <p:ph idx="2" type="body"/>
          </p:nvPr>
        </p:nvSpPr>
        <p:spPr>
          <a:xfrm>
            <a:off x="1039652" y="2671761"/>
            <a:ext cx="4957923" cy="35179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 name="Google Shape;128;p52"/>
          <p:cNvSpPr txBox="1"/>
          <p:nvPr>
            <p:ph idx="3" type="body"/>
          </p:nvPr>
        </p:nvSpPr>
        <p:spPr>
          <a:xfrm>
            <a:off x="6172200" y="1987367"/>
            <a:ext cx="4980148" cy="60104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9" name="Google Shape;129;p52"/>
          <p:cNvSpPr txBox="1"/>
          <p:nvPr>
            <p:ph idx="4" type="body"/>
          </p:nvPr>
        </p:nvSpPr>
        <p:spPr>
          <a:xfrm>
            <a:off x="6172200" y="2671761"/>
            <a:ext cx="4980148" cy="351790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 name="Google Shape;130;p52"/>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52"/>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3" name="Google Shape;133;p52"/>
          <p:cNvSpPr txBox="1"/>
          <p:nvPr>
            <p:ph type="title"/>
          </p:nvPr>
        </p:nvSpPr>
        <p:spPr>
          <a:xfrm>
            <a:off x="1039653" y="1053628"/>
            <a:ext cx="10112695" cy="92125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C83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4" name="Shape 134"/>
        <p:cNvGrpSpPr/>
        <p:nvPr/>
      </p:nvGrpSpPr>
      <p:grpSpPr>
        <a:xfrm>
          <a:off x="0" y="0"/>
          <a:ext cx="0" cy="0"/>
          <a:chOff x="0" y="0"/>
          <a:chExt cx="0" cy="0"/>
        </a:xfrm>
      </p:grpSpPr>
      <p:sp>
        <p:nvSpPr>
          <p:cNvPr id="135" name="Google Shape;135;p53"/>
          <p:cNvSpPr txBox="1"/>
          <p:nvPr>
            <p:ph type="title"/>
          </p:nvPr>
        </p:nvSpPr>
        <p:spPr>
          <a:xfrm>
            <a:off x="1039653" y="1053628"/>
            <a:ext cx="10112695" cy="92125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C83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53"/>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53"/>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9" name="Shape 139"/>
        <p:cNvGrpSpPr/>
        <p:nvPr/>
      </p:nvGrpSpPr>
      <p:grpSpPr>
        <a:xfrm>
          <a:off x="0" y="0"/>
          <a:ext cx="0" cy="0"/>
          <a:chOff x="0" y="0"/>
          <a:chExt cx="0" cy="0"/>
        </a:xfrm>
      </p:grpSpPr>
      <p:sp>
        <p:nvSpPr>
          <p:cNvPr id="140" name="Google Shape;140;p54"/>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54"/>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3" name="Shape 143"/>
        <p:cNvGrpSpPr/>
        <p:nvPr/>
      </p:nvGrpSpPr>
      <p:grpSpPr>
        <a:xfrm>
          <a:off x="0" y="0"/>
          <a:ext cx="0" cy="0"/>
          <a:chOff x="0" y="0"/>
          <a:chExt cx="0" cy="0"/>
        </a:xfrm>
      </p:grpSpPr>
      <p:sp>
        <p:nvSpPr>
          <p:cNvPr id="144" name="Google Shape;144;p55"/>
          <p:cNvSpPr txBox="1"/>
          <p:nvPr>
            <p:ph type="title"/>
          </p:nvPr>
        </p:nvSpPr>
        <p:spPr>
          <a:xfrm>
            <a:off x="839788" y="702526"/>
            <a:ext cx="3932237" cy="135487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C837"/>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55"/>
          <p:cNvSpPr txBox="1"/>
          <p:nvPr>
            <p:ph idx="1" type="body"/>
          </p:nvPr>
        </p:nvSpPr>
        <p:spPr>
          <a:xfrm>
            <a:off x="5185316" y="1304693"/>
            <a:ext cx="6170071" cy="4556357"/>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lt1"/>
              </a:buClr>
              <a:buSzPts val="3200"/>
              <a:buChar char="•"/>
              <a:defRPr sz="3200"/>
            </a:lvl1pPr>
            <a:lvl2pPr indent="-406400" lvl="1" marL="914400" algn="l">
              <a:lnSpc>
                <a:spcPct val="90000"/>
              </a:lnSpc>
              <a:spcBef>
                <a:spcPts val="500"/>
              </a:spcBef>
              <a:spcAft>
                <a:spcPts val="0"/>
              </a:spcAft>
              <a:buClr>
                <a:schemeClr val="lt1"/>
              </a:buClr>
              <a:buSzPts val="2800"/>
              <a:buChar char="•"/>
              <a:defRPr sz="2800"/>
            </a:lvl2pPr>
            <a:lvl3pPr indent="-381000" lvl="2" marL="1371600" algn="l">
              <a:lnSpc>
                <a:spcPct val="90000"/>
              </a:lnSpc>
              <a:spcBef>
                <a:spcPts val="500"/>
              </a:spcBef>
              <a:spcAft>
                <a:spcPts val="0"/>
              </a:spcAft>
              <a:buClr>
                <a:schemeClr val="lt1"/>
              </a:buClr>
              <a:buSzPts val="2400"/>
              <a:buChar char="•"/>
              <a:defRPr sz="2400"/>
            </a:lvl3pPr>
            <a:lvl4pPr indent="-355600" lvl="3" marL="1828800" algn="l">
              <a:lnSpc>
                <a:spcPct val="90000"/>
              </a:lnSpc>
              <a:spcBef>
                <a:spcPts val="500"/>
              </a:spcBef>
              <a:spcAft>
                <a:spcPts val="0"/>
              </a:spcAft>
              <a:buClr>
                <a:schemeClr val="lt1"/>
              </a:buClr>
              <a:buSzPts val="2000"/>
              <a:buChar char="•"/>
              <a:defRPr sz="2000"/>
            </a:lvl4pPr>
            <a:lvl5pPr indent="-355600" lvl="4" marL="2286000" algn="l">
              <a:lnSpc>
                <a:spcPct val="90000"/>
              </a:lnSpc>
              <a:spcBef>
                <a:spcPts val="500"/>
              </a:spcBef>
              <a:spcAft>
                <a:spcPts val="0"/>
              </a:spcAft>
              <a:buClr>
                <a:schemeClr val="lt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46" name="Google Shape;146;p5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7" name="Google Shape;147;p55"/>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55"/>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0" name="Shape 150"/>
        <p:cNvGrpSpPr/>
        <p:nvPr/>
      </p:nvGrpSpPr>
      <p:grpSpPr>
        <a:xfrm>
          <a:off x="0" y="0"/>
          <a:ext cx="0" cy="0"/>
          <a:chOff x="0" y="0"/>
          <a:chExt cx="0" cy="0"/>
        </a:xfrm>
      </p:grpSpPr>
      <p:sp>
        <p:nvSpPr>
          <p:cNvPr id="151" name="Google Shape;151;p5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C837"/>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 name="Google Shape;152;p56"/>
          <p:cNvSpPr/>
          <p:nvPr>
            <p:ph idx="2" type="pic"/>
          </p:nvPr>
        </p:nvSpPr>
        <p:spPr>
          <a:xfrm>
            <a:off x="5183188" y="987425"/>
            <a:ext cx="6172200" cy="4873625"/>
          </a:xfrm>
          <a:prstGeom prst="rect">
            <a:avLst/>
          </a:prstGeom>
          <a:noFill/>
          <a:ln>
            <a:noFill/>
          </a:ln>
        </p:spPr>
      </p:sp>
      <p:sp>
        <p:nvSpPr>
          <p:cNvPr id="153" name="Google Shape;153;p5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4" name="Google Shape;154;p56"/>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56"/>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7" name="Shape 157"/>
        <p:cNvGrpSpPr/>
        <p:nvPr/>
      </p:nvGrpSpPr>
      <p:grpSpPr>
        <a:xfrm>
          <a:off x="0" y="0"/>
          <a:ext cx="0" cy="0"/>
          <a:chOff x="0" y="0"/>
          <a:chExt cx="0" cy="0"/>
        </a:xfrm>
      </p:grpSpPr>
      <p:sp>
        <p:nvSpPr>
          <p:cNvPr id="158" name="Google Shape;158;p57"/>
          <p:cNvSpPr txBox="1"/>
          <p:nvPr>
            <p:ph type="title"/>
          </p:nvPr>
        </p:nvSpPr>
        <p:spPr>
          <a:xfrm>
            <a:off x="1039653" y="1053628"/>
            <a:ext cx="10112695" cy="92125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C83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57"/>
          <p:cNvSpPr txBox="1"/>
          <p:nvPr>
            <p:ph idx="1" type="body"/>
          </p:nvPr>
        </p:nvSpPr>
        <p:spPr>
          <a:xfrm rot="5400000">
            <a:off x="4011129" y="-954765"/>
            <a:ext cx="4169743" cy="1009371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 name="Google Shape;160;p57"/>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57"/>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3" name="Shape 163"/>
        <p:cNvGrpSpPr/>
        <p:nvPr/>
      </p:nvGrpSpPr>
      <p:grpSpPr>
        <a:xfrm>
          <a:off x="0" y="0"/>
          <a:ext cx="0" cy="0"/>
          <a:chOff x="0" y="0"/>
          <a:chExt cx="0" cy="0"/>
        </a:xfrm>
      </p:grpSpPr>
      <p:sp>
        <p:nvSpPr>
          <p:cNvPr id="164" name="Google Shape;164;p5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C83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5" name="Google Shape;165;p5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 name="Google Shape;166;p58"/>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58"/>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background" showMasterSp="0">
  <p:cSld name="Blue background">
    <p:bg>
      <p:bgPr>
        <a:solidFill>
          <a:srgbClr val="2B2551"/>
        </a:solidFill>
      </p:bgPr>
    </p:bg>
    <p:spTree>
      <p:nvGrpSpPr>
        <p:cNvPr id="169" name="Shape 169"/>
        <p:cNvGrpSpPr/>
        <p:nvPr/>
      </p:nvGrpSpPr>
      <p:grpSpPr>
        <a:xfrm>
          <a:off x="0" y="0"/>
          <a:ext cx="0" cy="0"/>
          <a:chOff x="0" y="0"/>
          <a:chExt cx="0" cy="0"/>
        </a:xfrm>
      </p:grpSpPr>
      <p:sp>
        <p:nvSpPr>
          <p:cNvPr id="170" name="Google Shape;170;p59"/>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1"/>
                </a:solidFill>
                <a:latin typeface="Helvetica Neue Light"/>
                <a:ea typeface="Helvetica Neue Light"/>
                <a:cs typeface="Helvetica Neue Light"/>
                <a:sym typeface="Helvetica Neue Light"/>
              </a:defRPr>
            </a:lvl1pPr>
            <a:lvl2pPr indent="0" lvl="1" marL="0" algn="r">
              <a:spcBef>
                <a:spcPts val="0"/>
              </a:spcBef>
              <a:buNone/>
              <a:defRPr sz="1200">
                <a:solidFill>
                  <a:schemeClr val="dk1"/>
                </a:solidFill>
                <a:latin typeface="Helvetica Neue Light"/>
                <a:ea typeface="Helvetica Neue Light"/>
                <a:cs typeface="Helvetica Neue Light"/>
                <a:sym typeface="Helvetica Neue Light"/>
              </a:defRPr>
            </a:lvl2pPr>
            <a:lvl3pPr indent="0" lvl="2" marL="0" algn="r">
              <a:spcBef>
                <a:spcPts val="0"/>
              </a:spcBef>
              <a:buNone/>
              <a:defRPr sz="1200">
                <a:solidFill>
                  <a:schemeClr val="dk1"/>
                </a:solidFill>
                <a:latin typeface="Helvetica Neue Light"/>
                <a:ea typeface="Helvetica Neue Light"/>
                <a:cs typeface="Helvetica Neue Light"/>
                <a:sym typeface="Helvetica Neue Light"/>
              </a:defRPr>
            </a:lvl3pPr>
            <a:lvl4pPr indent="0" lvl="3" marL="0" algn="r">
              <a:spcBef>
                <a:spcPts val="0"/>
              </a:spcBef>
              <a:buNone/>
              <a:defRPr sz="1200">
                <a:solidFill>
                  <a:schemeClr val="dk1"/>
                </a:solidFill>
                <a:latin typeface="Helvetica Neue Light"/>
                <a:ea typeface="Helvetica Neue Light"/>
                <a:cs typeface="Helvetica Neue Light"/>
                <a:sym typeface="Helvetica Neue Light"/>
              </a:defRPr>
            </a:lvl4pPr>
            <a:lvl5pPr indent="0" lvl="4" marL="0" algn="r">
              <a:spcBef>
                <a:spcPts val="0"/>
              </a:spcBef>
              <a:buNone/>
              <a:defRPr sz="1200">
                <a:solidFill>
                  <a:schemeClr val="dk1"/>
                </a:solidFill>
                <a:latin typeface="Helvetica Neue Light"/>
                <a:ea typeface="Helvetica Neue Light"/>
                <a:cs typeface="Helvetica Neue Light"/>
                <a:sym typeface="Helvetica Neue Light"/>
              </a:defRPr>
            </a:lvl5pPr>
            <a:lvl6pPr indent="0" lvl="5" marL="0" algn="r">
              <a:spcBef>
                <a:spcPts val="0"/>
              </a:spcBef>
              <a:buNone/>
              <a:defRPr sz="1200">
                <a:solidFill>
                  <a:schemeClr val="dk1"/>
                </a:solidFill>
                <a:latin typeface="Helvetica Neue Light"/>
                <a:ea typeface="Helvetica Neue Light"/>
                <a:cs typeface="Helvetica Neue Light"/>
                <a:sym typeface="Helvetica Neue Light"/>
              </a:defRPr>
            </a:lvl6pPr>
            <a:lvl7pPr indent="0" lvl="6" marL="0" algn="r">
              <a:spcBef>
                <a:spcPts val="0"/>
              </a:spcBef>
              <a:buNone/>
              <a:defRPr sz="1200">
                <a:solidFill>
                  <a:schemeClr val="dk1"/>
                </a:solidFill>
                <a:latin typeface="Helvetica Neue Light"/>
                <a:ea typeface="Helvetica Neue Light"/>
                <a:cs typeface="Helvetica Neue Light"/>
                <a:sym typeface="Helvetica Neue Light"/>
              </a:defRPr>
            </a:lvl7pPr>
            <a:lvl8pPr indent="0" lvl="7" marL="0" algn="r">
              <a:spcBef>
                <a:spcPts val="0"/>
              </a:spcBef>
              <a:buNone/>
              <a:defRPr sz="1200">
                <a:solidFill>
                  <a:schemeClr val="dk1"/>
                </a:solidFill>
                <a:latin typeface="Helvetica Neue Light"/>
                <a:ea typeface="Helvetica Neue Light"/>
                <a:cs typeface="Helvetica Neue Light"/>
                <a:sym typeface="Helvetica Neue Light"/>
              </a:defRPr>
            </a:lvl8pPr>
            <a:lvl9pPr indent="0" lvl="8" marL="0" algn="r">
              <a:spcBef>
                <a:spcPts val="0"/>
              </a:spcBef>
              <a:buNone/>
              <a:defRPr sz="1200">
                <a:solidFill>
                  <a:schemeClr val="dk1"/>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1" name="Shape 181"/>
        <p:cNvGrpSpPr/>
        <p:nvPr/>
      </p:nvGrpSpPr>
      <p:grpSpPr>
        <a:xfrm>
          <a:off x="0" y="0"/>
          <a:ext cx="0" cy="0"/>
          <a:chOff x="0" y="0"/>
          <a:chExt cx="0" cy="0"/>
        </a:xfrm>
      </p:grpSpPr>
      <p:sp>
        <p:nvSpPr>
          <p:cNvPr id="182" name="Google Shape;182;p28"/>
          <p:cNvSpPr txBox="1"/>
          <p:nvPr>
            <p:ph type="title"/>
          </p:nvPr>
        </p:nvSpPr>
        <p:spPr>
          <a:xfrm>
            <a:off x="1039653" y="1064779"/>
            <a:ext cx="10112695" cy="92125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C83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3" name="Google Shape;183;p28"/>
          <p:cNvSpPr txBox="1"/>
          <p:nvPr>
            <p:ph idx="1" type="body"/>
          </p:nvPr>
        </p:nvSpPr>
        <p:spPr>
          <a:xfrm>
            <a:off x="1049144" y="2007219"/>
            <a:ext cx="10093712" cy="416974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4" name="Google Shape;184;p28"/>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5" name="Google Shape;185;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28"/>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7" name="Shape 187"/>
        <p:cNvGrpSpPr/>
        <p:nvPr/>
      </p:nvGrpSpPr>
      <p:grpSpPr>
        <a:xfrm>
          <a:off x="0" y="0"/>
          <a:ext cx="0" cy="0"/>
          <a:chOff x="0" y="0"/>
          <a:chExt cx="0" cy="0"/>
        </a:xfrm>
      </p:grpSpPr>
      <p:sp>
        <p:nvSpPr>
          <p:cNvPr id="188" name="Google Shape;188;p4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FFC837"/>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 name="Google Shape;189;p4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0" name="Google Shape;190;p40"/>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40"/>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3" name="Shape 193"/>
        <p:cNvGrpSpPr/>
        <p:nvPr/>
      </p:nvGrpSpPr>
      <p:grpSpPr>
        <a:xfrm>
          <a:off x="0" y="0"/>
          <a:ext cx="0" cy="0"/>
          <a:chOff x="0" y="0"/>
          <a:chExt cx="0" cy="0"/>
        </a:xfrm>
      </p:grpSpPr>
      <p:sp>
        <p:nvSpPr>
          <p:cNvPr id="194" name="Google Shape;194;p4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C837"/>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5" name="Google Shape;195;p4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chemeClr val="dk1"/>
              </a:buClr>
              <a:buSzPts val="2000"/>
              <a:buNone/>
              <a:defRPr sz="2000">
                <a:solidFill>
                  <a:schemeClr val="dk1"/>
                </a:solidFill>
              </a:defRPr>
            </a:lvl2pPr>
            <a:lvl3pPr indent="-228600" lvl="2" marL="1371600" algn="l">
              <a:lnSpc>
                <a:spcPct val="90000"/>
              </a:lnSpc>
              <a:spcBef>
                <a:spcPts val="500"/>
              </a:spcBef>
              <a:spcAft>
                <a:spcPts val="0"/>
              </a:spcAft>
              <a:buClr>
                <a:schemeClr val="dk1"/>
              </a:buClr>
              <a:buSzPts val="1800"/>
              <a:buNone/>
              <a:defRPr sz="1800">
                <a:solidFill>
                  <a:schemeClr val="dk1"/>
                </a:solidFill>
              </a:defRPr>
            </a:lvl3pPr>
            <a:lvl4pPr indent="-228600" lvl="3" marL="1828800" algn="l">
              <a:lnSpc>
                <a:spcPct val="90000"/>
              </a:lnSpc>
              <a:spcBef>
                <a:spcPts val="500"/>
              </a:spcBef>
              <a:spcAft>
                <a:spcPts val="0"/>
              </a:spcAft>
              <a:buClr>
                <a:schemeClr val="dk1"/>
              </a:buClr>
              <a:buSzPts val="1600"/>
              <a:buNone/>
              <a:defRPr sz="1600">
                <a:solidFill>
                  <a:schemeClr val="dk1"/>
                </a:solidFill>
              </a:defRPr>
            </a:lvl4pPr>
            <a:lvl5pPr indent="-228600" lvl="4" marL="2286000" algn="l">
              <a:lnSpc>
                <a:spcPct val="90000"/>
              </a:lnSpc>
              <a:spcBef>
                <a:spcPts val="500"/>
              </a:spcBef>
              <a:spcAft>
                <a:spcPts val="0"/>
              </a:spcAft>
              <a:buClr>
                <a:schemeClr val="dk1"/>
              </a:buClr>
              <a:buSzPts val="1600"/>
              <a:buNone/>
              <a:defRPr sz="1600">
                <a:solidFill>
                  <a:schemeClr val="dk1"/>
                </a:solidFill>
              </a:defRPr>
            </a:lvl5pPr>
            <a:lvl6pPr indent="-228600" lvl="5" marL="2743200" algn="l">
              <a:lnSpc>
                <a:spcPct val="90000"/>
              </a:lnSpc>
              <a:spcBef>
                <a:spcPts val="500"/>
              </a:spcBef>
              <a:spcAft>
                <a:spcPts val="0"/>
              </a:spcAft>
              <a:buClr>
                <a:schemeClr val="dk1"/>
              </a:buClr>
              <a:buSzPts val="1600"/>
              <a:buNone/>
              <a:defRPr sz="1600">
                <a:solidFill>
                  <a:schemeClr val="dk1"/>
                </a:solidFill>
              </a:defRPr>
            </a:lvl6pPr>
            <a:lvl7pPr indent="-228600" lvl="6" marL="3200400" algn="l">
              <a:lnSpc>
                <a:spcPct val="90000"/>
              </a:lnSpc>
              <a:spcBef>
                <a:spcPts val="500"/>
              </a:spcBef>
              <a:spcAft>
                <a:spcPts val="0"/>
              </a:spcAft>
              <a:buClr>
                <a:schemeClr val="dk1"/>
              </a:buClr>
              <a:buSzPts val="1600"/>
              <a:buNone/>
              <a:defRPr sz="1600">
                <a:solidFill>
                  <a:schemeClr val="dk1"/>
                </a:solidFill>
              </a:defRPr>
            </a:lvl7pPr>
            <a:lvl8pPr indent="-228600" lvl="7" marL="3657600" algn="l">
              <a:lnSpc>
                <a:spcPct val="90000"/>
              </a:lnSpc>
              <a:spcBef>
                <a:spcPts val="500"/>
              </a:spcBef>
              <a:spcAft>
                <a:spcPts val="0"/>
              </a:spcAft>
              <a:buClr>
                <a:schemeClr val="dk1"/>
              </a:buClr>
              <a:buSzPts val="1600"/>
              <a:buNone/>
              <a:defRPr sz="1600">
                <a:solidFill>
                  <a:schemeClr val="dk1"/>
                </a:solidFill>
              </a:defRPr>
            </a:lvl8pPr>
            <a:lvl9pPr indent="-228600" lvl="8" marL="4114800" algn="l">
              <a:lnSpc>
                <a:spcPct val="90000"/>
              </a:lnSpc>
              <a:spcBef>
                <a:spcPts val="500"/>
              </a:spcBef>
              <a:spcAft>
                <a:spcPts val="0"/>
              </a:spcAft>
              <a:buClr>
                <a:schemeClr val="dk1"/>
              </a:buClr>
              <a:buSzPts val="1600"/>
              <a:buNone/>
              <a:defRPr sz="1600">
                <a:solidFill>
                  <a:schemeClr val="dk1"/>
                </a:solidFill>
              </a:defRPr>
            </a:lvl9pPr>
          </a:lstStyle>
          <a:p/>
        </p:txBody>
      </p:sp>
      <p:sp>
        <p:nvSpPr>
          <p:cNvPr id="196" name="Google Shape;196;p41"/>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41"/>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99" name="Shape 199"/>
        <p:cNvGrpSpPr/>
        <p:nvPr/>
      </p:nvGrpSpPr>
      <p:grpSpPr>
        <a:xfrm>
          <a:off x="0" y="0"/>
          <a:ext cx="0" cy="0"/>
          <a:chOff x="0" y="0"/>
          <a:chExt cx="0" cy="0"/>
        </a:xfrm>
      </p:grpSpPr>
      <p:sp>
        <p:nvSpPr>
          <p:cNvPr id="200" name="Google Shape;200;p42"/>
          <p:cNvSpPr txBox="1"/>
          <p:nvPr>
            <p:ph type="title"/>
          </p:nvPr>
        </p:nvSpPr>
        <p:spPr>
          <a:xfrm>
            <a:off x="1039653" y="1153987"/>
            <a:ext cx="10112695" cy="92125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C83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p42"/>
          <p:cNvSpPr txBox="1"/>
          <p:nvPr>
            <p:ph idx="1" type="body"/>
          </p:nvPr>
        </p:nvSpPr>
        <p:spPr>
          <a:xfrm>
            <a:off x="1039653" y="2087362"/>
            <a:ext cx="4919546" cy="4089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2" name="Google Shape;202;p42"/>
          <p:cNvSpPr txBox="1"/>
          <p:nvPr>
            <p:ph idx="2" type="body"/>
          </p:nvPr>
        </p:nvSpPr>
        <p:spPr>
          <a:xfrm>
            <a:off x="6232802" y="2087362"/>
            <a:ext cx="4919546" cy="40896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 name="Google Shape;203;p42"/>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 name="Google Shape;204;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 name="Google Shape;205;p42"/>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206" name="Shape 206"/>
        <p:cNvGrpSpPr/>
        <p:nvPr/>
      </p:nvGrpSpPr>
      <p:grpSpPr>
        <a:xfrm>
          <a:off x="0" y="0"/>
          <a:ext cx="0" cy="0"/>
          <a:chOff x="0" y="0"/>
          <a:chExt cx="0" cy="0"/>
        </a:xfrm>
      </p:grpSpPr>
      <p:sp>
        <p:nvSpPr>
          <p:cNvPr id="207" name="Google Shape;207;p43"/>
          <p:cNvSpPr txBox="1"/>
          <p:nvPr>
            <p:ph idx="1" type="body"/>
          </p:nvPr>
        </p:nvSpPr>
        <p:spPr>
          <a:xfrm>
            <a:off x="1039652" y="1987368"/>
            <a:ext cx="4957923" cy="59709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08" name="Google Shape;208;p43"/>
          <p:cNvSpPr txBox="1"/>
          <p:nvPr>
            <p:ph idx="2" type="body"/>
          </p:nvPr>
        </p:nvSpPr>
        <p:spPr>
          <a:xfrm>
            <a:off x="1039652" y="2671761"/>
            <a:ext cx="4957923" cy="35179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 name="Google Shape;209;p43"/>
          <p:cNvSpPr txBox="1"/>
          <p:nvPr>
            <p:ph idx="3" type="body"/>
          </p:nvPr>
        </p:nvSpPr>
        <p:spPr>
          <a:xfrm>
            <a:off x="6172200" y="1987367"/>
            <a:ext cx="4980148" cy="60104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0" name="Google Shape;210;p43"/>
          <p:cNvSpPr txBox="1"/>
          <p:nvPr>
            <p:ph idx="4" type="body"/>
          </p:nvPr>
        </p:nvSpPr>
        <p:spPr>
          <a:xfrm>
            <a:off x="6172200" y="2671761"/>
            <a:ext cx="4980148" cy="351790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 name="Google Shape;211;p43"/>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2" name="Google Shape;212;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3" name="Google Shape;213;p43"/>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14" name="Google Shape;214;p43"/>
          <p:cNvSpPr txBox="1"/>
          <p:nvPr>
            <p:ph type="title"/>
          </p:nvPr>
        </p:nvSpPr>
        <p:spPr>
          <a:xfrm>
            <a:off x="1039653" y="1053628"/>
            <a:ext cx="10112695" cy="92125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C83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5" name="Shape 215"/>
        <p:cNvGrpSpPr/>
        <p:nvPr/>
      </p:nvGrpSpPr>
      <p:grpSpPr>
        <a:xfrm>
          <a:off x="0" y="0"/>
          <a:ext cx="0" cy="0"/>
          <a:chOff x="0" y="0"/>
          <a:chExt cx="0" cy="0"/>
        </a:xfrm>
      </p:grpSpPr>
      <p:sp>
        <p:nvSpPr>
          <p:cNvPr id="216" name="Google Shape;216;p44"/>
          <p:cNvSpPr txBox="1"/>
          <p:nvPr>
            <p:ph type="title"/>
          </p:nvPr>
        </p:nvSpPr>
        <p:spPr>
          <a:xfrm>
            <a:off x="1039653" y="1053628"/>
            <a:ext cx="10112695" cy="92125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C83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44"/>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8" name="Google Shape;218;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9" name="Google Shape;219;p44"/>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0" name="Shape 220"/>
        <p:cNvGrpSpPr/>
        <p:nvPr/>
      </p:nvGrpSpPr>
      <p:grpSpPr>
        <a:xfrm>
          <a:off x="0" y="0"/>
          <a:ext cx="0" cy="0"/>
          <a:chOff x="0" y="0"/>
          <a:chExt cx="0" cy="0"/>
        </a:xfrm>
      </p:grpSpPr>
      <p:sp>
        <p:nvSpPr>
          <p:cNvPr id="221" name="Google Shape;221;p45"/>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p45"/>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24" name="Shape 224"/>
        <p:cNvGrpSpPr/>
        <p:nvPr/>
      </p:nvGrpSpPr>
      <p:grpSpPr>
        <a:xfrm>
          <a:off x="0" y="0"/>
          <a:ext cx="0" cy="0"/>
          <a:chOff x="0" y="0"/>
          <a:chExt cx="0" cy="0"/>
        </a:xfrm>
      </p:grpSpPr>
      <p:sp>
        <p:nvSpPr>
          <p:cNvPr id="225" name="Google Shape;225;p46"/>
          <p:cNvSpPr txBox="1"/>
          <p:nvPr>
            <p:ph type="title"/>
          </p:nvPr>
        </p:nvSpPr>
        <p:spPr>
          <a:xfrm>
            <a:off x="839788" y="702526"/>
            <a:ext cx="3932237" cy="135487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C837"/>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p46"/>
          <p:cNvSpPr txBox="1"/>
          <p:nvPr>
            <p:ph idx="1" type="body"/>
          </p:nvPr>
        </p:nvSpPr>
        <p:spPr>
          <a:xfrm>
            <a:off x="5185316" y="1304693"/>
            <a:ext cx="6170071" cy="4556357"/>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lt1"/>
              </a:buClr>
              <a:buSzPts val="3200"/>
              <a:buChar char="•"/>
              <a:defRPr sz="3200"/>
            </a:lvl1pPr>
            <a:lvl2pPr indent="-406400" lvl="1" marL="914400" algn="l">
              <a:lnSpc>
                <a:spcPct val="90000"/>
              </a:lnSpc>
              <a:spcBef>
                <a:spcPts val="500"/>
              </a:spcBef>
              <a:spcAft>
                <a:spcPts val="0"/>
              </a:spcAft>
              <a:buClr>
                <a:schemeClr val="lt1"/>
              </a:buClr>
              <a:buSzPts val="2800"/>
              <a:buChar char="•"/>
              <a:defRPr sz="2800"/>
            </a:lvl2pPr>
            <a:lvl3pPr indent="-381000" lvl="2" marL="1371600" algn="l">
              <a:lnSpc>
                <a:spcPct val="90000"/>
              </a:lnSpc>
              <a:spcBef>
                <a:spcPts val="500"/>
              </a:spcBef>
              <a:spcAft>
                <a:spcPts val="0"/>
              </a:spcAft>
              <a:buClr>
                <a:schemeClr val="lt1"/>
              </a:buClr>
              <a:buSzPts val="2400"/>
              <a:buChar char="•"/>
              <a:defRPr sz="2400"/>
            </a:lvl3pPr>
            <a:lvl4pPr indent="-355600" lvl="3" marL="1828800" algn="l">
              <a:lnSpc>
                <a:spcPct val="90000"/>
              </a:lnSpc>
              <a:spcBef>
                <a:spcPts val="500"/>
              </a:spcBef>
              <a:spcAft>
                <a:spcPts val="0"/>
              </a:spcAft>
              <a:buClr>
                <a:schemeClr val="lt1"/>
              </a:buClr>
              <a:buSzPts val="2000"/>
              <a:buChar char="•"/>
              <a:defRPr sz="2000"/>
            </a:lvl4pPr>
            <a:lvl5pPr indent="-355600" lvl="4" marL="2286000" algn="l">
              <a:lnSpc>
                <a:spcPct val="90000"/>
              </a:lnSpc>
              <a:spcBef>
                <a:spcPts val="500"/>
              </a:spcBef>
              <a:spcAft>
                <a:spcPts val="0"/>
              </a:spcAft>
              <a:buClr>
                <a:schemeClr val="lt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27" name="Google Shape;227;p4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28" name="Google Shape;228;p46"/>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0" name="Google Shape;230;p46"/>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31" name="Shape 231"/>
        <p:cNvGrpSpPr/>
        <p:nvPr/>
      </p:nvGrpSpPr>
      <p:grpSpPr>
        <a:xfrm>
          <a:off x="0" y="0"/>
          <a:ext cx="0" cy="0"/>
          <a:chOff x="0" y="0"/>
          <a:chExt cx="0" cy="0"/>
        </a:xfrm>
      </p:grpSpPr>
      <p:sp>
        <p:nvSpPr>
          <p:cNvPr id="232" name="Google Shape;232;p4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C837"/>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3" name="Google Shape;233;p47"/>
          <p:cNvSpPr/>
          <p:nvPr>
            <p:ph idx="2" type="pic"/>
          </p:nvPr>
        </p:nvSpPr>
        <p:spPr>
          <a:xfrm>
            <a:off x="5183188" y="987425"/>
            <a:ext cx="6172200" cy="4873625"/>
          </a:xfrm>
          <a:prstGeom prst="rect">
            <a:avLst/>
          </a:prstGeom>
          <a:noFill/>
          <a:ln>
            <a:noFill/>
          </a:ln>
        </p:spPr>
      </p:sp>
      <p:sp>
        <p:nvSpPr>
          <p:cNvPr id="234" name="Google Shape;234;p4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5" name="Google Shape;235;p47"/>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6" name="Google Shape;236;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7" name="Google Shape;237;p47"/>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38" name="Shape 238"/>
        <p:cNvGrpSpPr/>
        <p:nvPr/>
      </p:nvGrpSpPr>
      <p:grpSpPr>
        <a:xfrm>
          <a:off x="0" y="0"/>
          <a:ext cx="0" cy="0"/>
          <a:chOff x="0" y="0"/>
          <a:chExt cx="0" cy="0"/>
        </a:xfrm>
      </p:grpSpPr>
      <p:sp>
        <p:nvSpPr>
          <p:cNvPr id="239" name="Google Shape;239;p48"/>
          <p:cNvSpPr txBox="1"/>
          <p:nvPr>
            <p:ph type="title"/>
          </p:nvPr>
        </p:nvSpPr>
        <p:spPr>
          <a:xfrm>
            <a:off x="1039653" y="1053628"/>
            <a:ext cx="10112695" cy="92125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C83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0" name="Google Shape;240;p48"/>
          <p:cNvSpPr txBox="1"/>
          <p:nvPr>
            <p:ph idx="1" type="body"/>
          </p:nvPr>
        </p:nvSpPr>
        <p:spPr>
          <a:xfrm rot="5400000">
            <a:off x="4011129" y="-954765"/>
            <a:ext cx="4169743" cy="1009371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 name="Google Shape;241;p48"/>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2" name="Google Shape;242;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3" name="Google Shape;243;p48"/>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4" name="Shape 244"/>
        <p:cNvGrpSpPr/>
        <p:nvPr/>
      </p:nvGrpSpPr>
      <p:grpSpPr>
        <a:xfrm>
          <a:off x="0" y="0"/>
          <a:ext cx="0" cy="0"/>
          <a:chOff x="0" y="0"/>
          <a:chExt cx="0" cy="0"/>
        </a:xfrm>
      </p:grpSpPr>
      <p:sp>
        <p:nvSpPr>
          <p:cNvPr id="245" name="Google Shape;245;p4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C83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6" name="Google Shape;246;p4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7" name="Google Shape;247;p49"/>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9" name="Google Shape;249;p49"/>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background" showMasterSp="0">
  <p:cSld name="Blue background">
    <p:bg>
      <p:bgPr>
        <a:solidFill>
          <a:srgbClr val="2B2551"/>
        </a:solidFill>
      </p:bgPr>
    </p:bg>
    <p:spTree>
      <p:nvGrpSpPr>
        <p:cNvPr id="250" name="Shape 250"/>
        <p:cNvGrpSpPr/>
        <p:nvPr/>
      </p:nvGrpSpPr>
      <p:grpSpPr>
        <a:xfrm>
          <a:off x="0" y="0"/>
          <a:ext cx="0" cy="0"/>
          <a:chOff x="0" y="0"/>
          <a:chExt cx="0" cy="0"/>
        </a:xfrm>
      </p:grpSpPr>
      <p:sp>
        <p:nvSpPr>
          <p:cNvPr id="251" name="Google Shape;251;p50"/>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1"/>
                </a:solidFill>
                <a:latin typeface="Helvetica Neue Light"/>
                <a:ea typeface="Helvetica Neue Light"/>
                <a:cs typeface="Helvetica Neue Light"/>
                <a:sym typeface="Helvetica Neue Light"/>
              </a:defRPr>
            </a:lvl1pPr>
            <a:lvl2pPr indent="0" lvl="1" marL="0" algn="r">
              <a:spcBef>
                <a:spcPts val="0"/>
              </a:spcBef>
              <a:buNone/>
              <a:defRPr sz="1200">
                <a:solidFill>
                  <a:schemeClr val="dk1"/>
                </a:solidFill>
                <a:latin typeface="Helvetica Neue Light"/>
                <a:ea typeface="Helvetica Neue Light"/>
                <a:cs typeface="Helvetica Neue Light"/>
                <a:sym typeface="Helvetica Neue Light"/>
              </a:defRPr>
            </a:lvl2pPr>
            <a:lvl3pPr indent="0" lvl="2" marL="0" algn="r">
              <a:spcBef>
                <a:spcPts val="0"/>
              </a:spcBef>
              <a:buNone/>
              <a:defRPr sz="1200">
                <a:solidFill>
                  <a:schemeClr val="dk1"/>
                </a:solidFill>
                <a:latin typeface="Helvetica Neue Light"/>
                <a:ea typeface="Helvetica Neue Light"/>
                <a:cs typeface="Helvetica Neue Light"/>
                <a:sym typeface="Helvetica Neue Light"/>
              </a:defRPr>
            </a:lvl3pPr>
            <a:lvl4pPr indent="0" lvl="3" marL="0" algn="r">
              <a:spcBef>
                <a:spcPts val="0"/>
              </a:spcBef>
              <a:buNone/>
              <a:defRPr sz="1200">
                <a:solidFill>
                  <a:schemeClr val="dk1"/>
                </a:solidFill>
                <a:latin typeface="Helvetica Neue Light"/>
                <a:ea typeface="Helvetica Neue Light"/>
                <a:cs typeface="Helvetica Neue Light"/>
                <a:sym typeface="Helvetica Neue Light"/>
              </a:defRPr>
            </a:lvl4pPr>
            <a:lvl5pPr indent="0" lvl="4" marL="0" algn="r">
              <a:spcBef>
                <a:spcPts val="0"/>
              </a:spcBef>
              <a:buNone/>
              <a:defRPr sz="1200">
                <a:solidFill>
                  <a:schemeClr val="dk1"/>
                </a:solidFill>
                <a:latin typeface="Helvetica Neue Light"/>
                <a:ea typeface="Helvetica Neue Light"/>
                <a:cs typeface="Helvetica Neue Light"/>
                <a:sym typeface="Helvetica Neue Light"/>
              </a:defRPr>
            </a:lvl5pPr>
            <a:lvl6pPr indent="0" lvl="5" marL="0" algn="r">
              <a:spcBef>
                <a:spcPts val="0"/>
              </a:spcBef>
              <a:buNone/>
              <a:defRPr sz="1200">
                <a:solidFill>
                  <a:schemeClr val="dk1"/>
                </a:solidFill>
                <a:latin typeface="Helvetica Neue Light"/>
                <a:ea typeface="Helvetica Neue Light"/>
                <a:cs typeface="Helvetica Neue Light"/>
                <a:sym typeface="Helvetica Neue Light"/>
              </a:defRPr>
            </a:lvl6pPr>
            <a:lvl7pPr indent="0" lvl="6" marL="0" algn="r">
              <a:spcBef>
                <a:spcPts val="0"/>
              </a:spcBef>
              <a:buNone/>
              <a:defRPr sz="1200">
                <a:solidFill>
                  <a:schemeClr val="dk1"/>
                </a:solidFill>
                <a:latin typeface="Helvetica Neue Light"/>
                <a:ea typeface="Helvetica Neue Light"/>
                <a:cs typeface="Helvetica Neue Light"/>
                <a:sym typeface="Helvetica Neue Light"/>
              </a:defRPr>
            </a:lvl7pPr>
            <a:lvl8pPr indent="0" lvl="7" marL="0" algn="r">
              <a:spcBef>
                <a:spcPts val="0"/>
              </a:spcBef>
              <a:buNone/>
              <a:defRPr sz="1200">
                <a:solidFill>
                  <a:schemeClr val="dk1"/>
                </a:solidFill>
                <a:latin typeface="Helvetica Neue Light"/>
                <a:ea typeface="Helvetica Neue Light"/>
                <a:cs typeface="Helvetica Neue Light"/>
                <a:sym typeface="Helvetica Neue Light"/>
              </a:defRPr>
            </a:lvl8pPr>
            <a:lvl9pPr indent="0" lvl="8" marL="0" algn="r">
              <a:spcBef>
                <a:spcPts val="0"/>
              </a:spcBef>
              <a:buNone/>
              <a:defRPr sz="1200">
                <a:solidFill>
                  <a:schemeClr val="dk1"/>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7.xml"/><Relationship Id="rId10" Type="http://schemas.openxmlformats.org/officeDocument/2006/relationships/slideLayout" Target="../slideLayouts/slideLayout6.xml"/><Relationship Id="rId13" Type="http://schemas.openxmlformats.org/officeDocument/2006/relationships/slideLayout" Target="../slideLayouts/slideLayout9.xml"/><Relationship Id="rId12" Type="http://schemas.openxmlformats.org/officeDocument/2006/relationships/slideLayout" Target="../slideLayouts/slideLayout8.xml"/><Relationship Id="rId1" Type="http://schemas.openxmlformats.org/officeDocument/2006/relationships/image" Target="../media/image2.png"/><Relationship Id="rId2" Type="http://schemas.openxmlformats.org/officeDocument/2006/relationships/image" Target="../media/image16.png"/><Relationship Id="rId3" Type="http://schemas.openxmlformats.org/officeDocument/2006/relationships/image" Target="../media/image1.png"/><Relationship Id="rId4" Type="http://schemas.openxmlformats.org/officeDocument/2006/relationships/image" Target="../media/image3.pn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7" Type="http://schemas.openxmlformats.org/officeDocument/2006/relationships/theme" Target="../theme/theme1.xml"/><Relationship Id="rId16" Type="http://schemas.openxmlformats.org/officeDocument/2006/relationships/slideLayout" Target="../slideLayouts/slideLayout12.xml"/><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9.xml"/><Relationship Id="rId10" Type="http://schemas.openxmlformats.org/officeDocument/2006/relationships/slideLayout" Target="../slideLayouts/slideLayout18.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 Type="http://schemas.openxmlformats.org/officeDocument/2006/relationships/image" Target="../media/image2.png"/><Relationship Id="rId2" Type="http://schemas.openxmlformats.org/officeDocument/2006/relationships/image" Target="../media/image16.png"/><Relationship Id="rId3"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slideLayout" Target="../slideLayouts/slideLayout17.xml"/><Relationship Id="rId15" Type="http://schemas.openxmlformats.org/officeDocument/2006/relationships/slideLayout" Target="../slideLayouts/slideLayout23.xml"/><Relationship Id="rId14" Type="http://schemas.openxmlformats.org/officeDocument/2006/relationships/slideLayout" Target="../slideLayouts/slideLayout22.xml"/><Relationship Id="rId17" Type="http://schemas.openxmlformats.org/officeDocument/2006/relationships/theme" Target="../theme/theme4.xml"/><Relationship Id="rId16" Type="http://schemas.openxmlformats.org/officeDocument/2006/relationships/slideLayout" Target="../slideLayouts/slideLayout24.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1.xml"/><Relationship Id="rId10" Type="http://schemas.openxmlformats.org/officeDocument/2006/relationships/slideLayout" Target="../slideLayouts/slideLayout30.xml"/><Relationship Id="rId13" Type="http://schemas.openxmlformats.org/officeDocument/2006/relationships/slideLayout" Target="../slideLayouts/slideLayout33.xml"/><Relationship Id="rId12" Type="http://schemas.openxmlformats.org/officeDocument/2006/relationships/slideLayout" Target="../slideLayouts/slideLayout32.xml"/><Relationship Id="rId1" Type="http://schemas.openxmlformats.org/officeDocument/2006/relationships/image" Target="../media/image2.png"/><Relationship Id="rId2" Type="http://schemas.openxmlformats.org/officeDocument/2006/relationships/image" Target="../media/image16.png"/><Relationship Id="rId3"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slideLayout" Target="../slideLayouts/slideLayout29.xml"/><Relationship Id="rId15" Type="http://schemas.openxmlformats.org/officeDocument/2006/relationships/slideLayout" Target="../slideLayouts/slideLayout35.xml"/><Relationship Id="rId14" Type="http://schemas.openxmlformats.org/officeDocument/2006/relationships/slideLayout" Target="../slideLayouts/slideLayout34.xml"/><Relationship Id="rId17" Type="http://schemas.openxmlformats.org/officeDocument/2006/relationships/theme" Target="../theme/theme3.xml"/><Relationship Id="rId16" Type="http://schemas.openxmlformats.org/officeDocument/2006/relationships/slideLayout" Target="../slideLayouts/slideLayout36.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551"/>
        </a:solid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1039653" y="1053628"/>
            <a:ext cx="10112695" cy="921254"/>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FFC837"/>
              </a:buClr>
              <a:buSzPts val="4400"/>
              <a:buFont typeface="Calibri"/>
              <a:buNone/>
              <a:defRPr b="1" i="0" sz="4400" u="none" cap="none" strike="noStrike">
                <a:solidFill>
                  <a:srgbClr val="FFC837"/>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1"/>
          <p:cNvSpPr txBox="1"/>
          <p:nvPr>
            <p:ph idx="1" type="body"/>
          </p:nvPr>
        </p:nvSpPr>
        <p:spPr>
          <a:xfrm>
            <a:off x="1049144" y="2007219"/>
            <a:ext cx="10093712" cy="416974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1"/>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1"/>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dk1"/>
                </a:solidFill>
                <a:latin typeface="Calibri"/>
                <a:ea typeface="Calibri"/>
                <a:cs typeface="Calibri"/>
                <a:sym typeface="Calibri"/>
              </a:defRPr>
            </a:lvl1pPr>
            <a:lvl2pPr indent="0" lvl="1" marL="0" marR="0" rtl="0" algn="r">
              <a:spcBef>
                <a:spcPts val="0"/>
              </a:spcBef>
              <a:buNone/>
              <a:defRPr b="0" i="0" sz="1200" u="none" cap="none" strike="noStrike">
                <a:solidFill>
                  <a:schemeClr val="dk1"/>
                </a:solidFill>
                <a:latin typeface="Calibri"/>
                <a:ea typeface="Calibri"/>
                <a:cs typeface="Calibri"/>
                <a:sym typeface="Calibri"/>
              </a:defRPr>
            </a:lvl2pPr>
            <a:lvl3pPr indent="0" lvl="2" marL="0" marR="0" rtl="0" algn="r">
              <a:spcBef>
                <a:spcPts val="0"/>
              </a:spcBef>
              <a:buNone/>
              <a:defRPr b="0" i="0" sz="1200" u="none" cap="none" strike="noStrike">
                <a:solidFill>
                  <a:schemeClr val="dk1"/>
                </a:solidFill>
                <a:latin typeface="Calibri"/>
                <a:ea typeface="Calibri"/>
                <a:cs typeface="Calibri"/>
                <a:sym typeface="Calibri"/>
              </a:defRPr>
            </a:lvl3pPr>
            <a:lvl4pPr indent="0" lvl="3" marL="0" marR="0" rtl="0" algn="r">
              <a:spcBef>
                <a:spcPts val="0"/>
              </a:spcBef>
              <a:buNone/>
              <a:defRPr b="0" i="0" sz="1200" u="none" cap="none" strike="noStrike">
                <a:solidFill>
                  <a:schemeClr val="dk1"/>
                </a:solidFill>
                <a:latin typeface="Calibri"/>
                <a:ea typeface="Calibri"/>
                <a:cs typeface="Calibri"/>
                <a:sym typeface="Calibri"/>
              </a:defRPr>
            </a:lvl4pPr>
            <a:lvl5pPr indent="0" lvl="4" marL="0" marR="0" rtl="0" algn="r">
              <a:spcBef>
                <a:spcPts val="0"/>
              </a:spcBef>
              <a:buNone/>
              <a:defRPr b="0" i="0" sz="1200" u="none" cap="none" strike="noStrike">
                <a:solidFill>
                  <a:schemeClr val="dk1"/>
                </a:solidFill>
                <a:latin typeface="Calibri"/>
                <a:ea typeface="Calibri"/>
                <a:cs typeface="Calibri"/>
                <a:sym typeface="Calibri"/>
              </a:defRPr>
            </a:lvl5pPr>
            <a:lvl6pPr indent="0" lvl="5" marL="0" marR="0" rtl="0" algn="r">
              <a:spcBef>
                <a:spcPts val="0"/>
              </a:spcBef>
              <a:buNone/>
              <a:defRPr b="0" i="0" sz="1200" u="none" cap="none" strike="noStrike">
                <a:solidFill>
                  <a:schemeClr val="dk1"/>
                </a:solidFill>
                <a:latin typeface="Calibri"/>
                <a:ea typeface="Calibri"/>
                <a:cs typeface="Calibri"/>
                <a:sym typeface="Calibri"/>
              </a:defRPr>
            </a:lvl6pPr>
            <a:lvl7pPr indent="0" lvl="6" marL="0" marR="0" rtl="0" algn="r">
              <a:spcBef>
                <a:spcPts val="0"/>
              </a:spcBef>
              <a:buNone/>
              <a:defRPr b="0" i="0" sz="1200" u="none" cap="none" strike="noStrike">
                <a:solidFill>
                  <a:schemeClr val="dk1"/>
                </a:solidFill>
                <a:latin typeface="Calibri"/>
                <a:ea typeface="Calibri"/>
                <a:cs typeface="Calibri"/>
                <a:sym typeface="Calibri"/>
              </a:defRPr>
            </a:lvl7pPr>
            <a:lvl8pPr indent="0" lvl="7" marL="0" marR="0" rtl="0" algn="r">
              <a:spcBef>
                <a:spcPts val="0"/>
              </a:spcBef>
              <a:buNone/>
              <a:defRPr b="0" i="0" sz="1200" u="none" cap="none" strike="noStrike">
                <a:solidFill>
                  <a:schemeClr val="dk1"/>
                </a:solidFill>
                <a:latin typeface="Calibri"/>
                <a:ea typeface="Calibri"/>
                <a:cs typeface="Calibri"/>
                <a:sym typeface="Calibri"/>
              </a:defRPr>
            </a:lvl8pPr>
            <a:lvl9pPr indent="0" lvl="8" marL="0" marR="0" rtl="0" algn="r">
              <a:spcBef>
                <a:spcPts val="0"/>
              </a:spcBef>
              <a:buNone/>
              <a:defRPr b="0" i="0" sz="12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21"/>
          <p:cNvPicPr preferRelativeResize="0"/>
          <p:nvPr/>
        </p:nvPicPr>
        <p:blipFill rotWithShape="1">
          <a:blip r:embed="rId1">
            <a:alphaModFix/>
          </a:blip>
          <a:srcRect b="0" l="0" r="0" t="0"/>
          <a:stretch/>
        </p:blipFill>
        <p:spPr>
          <a:xfrm>
            <a:off x="11353800" y="-359"/>
            <a:ext cx="771055" cy="1172344"/>
          </a:xfrm>
          <a:prstGeom prst="rect">
            <a:avLst/>
          </a:prstGeom>
          <a:noFill/>
          <a:ln>
            <a:noFill/>
          </a:ln>
        </p:spPr>
      </p:pic>
      <p:pic>
        <p:nvPicPr>
          <p:cNvPr descr="A blue text on a black background&#10;&#10;Description automatically generated with low confidence" id="16" name="Google Shape;16;p21"/>
          <p:cNvPicPr preferRelativeResize="0"/>
          <p:nvPr/>
        </p:nvPicPr>
        <p:blipFill rotWithShape="1">
          <a:blip r:embed="rId2">
            <a:alphaModFix/>
          </a:blip>
          <a:srcRect b="0" l="0" r="0" t="0"/>
          <a:stretch/>
        </p:blipFill>
        <p:spPr>
          <a:xfrm>
            <a:off x="10200439" y="318825"/>
            <a:ext cx="1172344" cy="572570"/>
          </a:xfrm>
          <a:prstGeom prst="rect">
            <a:avLst/>
          </a:prstGeom>
          <a:noFill/>
          <a:ln>
            <a:noFill/>
          </a:ln>
        </p:spPr>
      </p:pic>
      <p:pic>
        <p:nvPicPr>
          <p:cNvPr descr="A picture containing screenshot, graphics, circle, design&#10;&#10;Description automatically generated" id="17" name="Google Shape;17;p21"/>
          <p:cNvPicPr preferRelativeResize="0"/>
          <p:nvPr/>
        </p:nvPicPr>
        <p:blipFill rotWithShape="1">
          <a:blip r:embed="rId3">
            <a:alphaModFix/>
          </a:blip>
          <a:srcRect b="0" l="0" r="0" t="0"/>
          <a:stretch/>
        </p:blipFill>
        <p:spPr>
          <a:xfrm>
            <a:off x="8151164" y="219583"/>
            <a:ext cx="771055" cy="771055"/>
          </a:xfrm>
          <a:prstGeom prst="rect">
            <a:avLst/>
          </a:prstGeom>
          <a:noFill/>
          <a:ln>
            <a:noFill/>
          </a:ln>
        </p:spPr>
      </p:pic>
      <p:pic>
        <p:nvPicPr>
          <p:cNvPr id="18" name="Google Shape;18;p21"/>
          <p:cNvPicPr preferRelativeResize="0"/>
          <p:nvPr/>
        </p:nvPicPr>
        <p:blipFill rotWithShape="1">
          <a:blip r:embed="rId4">
            <a:alphaModFix/>
          </a:blip>
          <a:srcRect b="0" l="0" r="0" t="0"/>
          <a:stretch/>
        </p:blipFill>
        <p:spPr>
          <a:xfrm>
            <a:off x="9084427" y="256851"/>
            <a:ext cx="959440" cy="73378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551"/>
        </a:solidFill>
      </p:bgPr>
    </p:bg>
    <p:spTree>
      <p:nvGrpSpPr>
        <p:cNvPr id="90" name="Shape 90"/>
        <p:cNvGrpSpPr/>
        <p:nvPr/>
      </p:nvGrpSpPr>
      <p:grpSpPr>
        <a:xfrm>
          <a:off x="0" y="0"/>
          <a:ext cx="0" cy="0"/>
          <a:chOff x="0" y="0"/>
          <a:chExt cx="0" cy="0"/>
        </a:xfrm>
      </p:grpSpPr>
      <p:sp>
        <p:nvSpPr>
          <p:cNvPr id="91" name="Google Shape;91;p23"/>
          <p:cNvSpPr txBox="1"/>
          <p:nvPr>
            <p:ph type="title"/>
          </p:nvPr>
        </p:nvSpPr>
        <p:spPr>
          <a:xfrm>
            <a:off x="1039653" y="1053628"/>
            <a:ext cx="10112695" cy="921254"/>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FFC837"/>
              </a:buClr>
              <a:buSzPts val="4400"/>
              <a:buFont typeface="Calibri"/>
              <a:buNone/>
              <a:defRPr b="1" i="0" sz="4400" u="none" cap="none" strike="noStrike">
                <a:solidFill>
                  <a:srgbClr val="FFC837"/>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2" name="Google Shape;92;p23"/>
          <p:cNvSpPr txBox="1"/>
          <p:nvPr>
            <p:ph idx="1" type="body"/>
          </p:nvPr>
        </p:nvSpPr>
        <p:spPr>
          <a:xfrm>
            <a:off x="1049144" y="2007219"/>
            <a:ext cx="10093712" cy="416974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3" name="Google Shape;93;p23"/>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4" name="Google Shape;94;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5" name="Google Shape;95;p23"/>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chemeClr val="dk1"/>
                </a:solidFill>
                <a:latin typeface="Calibri"/>
                <a:ea typeface="Calibri"/>
                <a:cs typeface="Calibri"/>
                <a:sym typeface="Calibri"/>
              </a:defRPr>
            </a:lvl1pPr>
            <a:lvl2pPr indent="0" lvl="1" marL="0" marR="0" rtl="0" algn="r">
              <a:spcBef>
                <a:spcPts val="0"/>
              </a:spcBef>
              <a:buNone/>
              <a:defRPr sz="1200">
                <a:solidFill>
                  <a:schemeClr val="dk1"/>
                </a:solidFill>
                <a:latin typeface="Calibri"/>
                <a:ea typeface="Calibri"/>
                <a:cs typeface="Calibri"/>
                <a:sym typeface="Calibri"/>
              </a:defRPr>
            </a:lvl2pPr>
            <a:lvl3pPr indent="0" lvl="2" marL="0" marR="0" rtl="0" algn="r">
              <a:spcBef>
                <a:spcPts val="0"/>
              </a:spcBef>
              <a:buNone/>
              <a:defRPr sz="1200">
                <a:solidFill>
                  <a:schemeClr val="dk1"/>
                </a:solidFill>
                <a:latin typeface="Calibri"/>
                <a:ea typeface="Calibri"/>
                <a:cs typeface="Calibri"/>
                <a:sym typeface="Calibri"/>
              </a:defRPr>
            </a:lvl3pPr>
            <a:lvl4pPr indent="0" lvl="3" marL="0" marR="0" rtl="0" algn="r">
              <a:spcBef>
                <a:spcPts val="0"/>
              </a:spcBef>
              <a:buNone/>
              <a:defRPr sz="1200">
                <a:solidFill>
                  <a:schemeClr val="dk1"/>
                </a:solidFill>
                <a:latin typeface="Calibri"/>
                <a:ea typeface="Calibri"/>
                <a:cs typeface="Calibri"/>
                <a:sym typeface="Calibri"/>
              </a:defRPr>
            </a:lvl4pPr>
            <a:lvl5pPr indent="0" lvl="4" marL="0" marR="0" rtl="0" algn="r">
              <a:spcBef>
                <a:spcPts val="0"/>
              </a:spcBef>
              <a:buNone/>
              <a:defRPr sz="1200">
                <a:solidFill>
                  <a:schemeClr val="dk1"/>
                </a:solidFill>
                <a:latin typeface="Calibri"/>
                <a:ea typeface="Calibri"/>
                <a:cs typeface="Calibri"/>
                <a:sym typeface="Calibri"/>
              </a:defRPr>
            </a:lvl5pPr>
            <a:lvl6pPr indent="0" lvl="5" marL="0" marR="0" rtl="0" algn="r">
              <a:spcBef>
                <a:spcPts val="0"/>
              </a:spcBef>
              <a:buNone/>
              <a:defRPr sz="1200">
                <a:solidFill>
                  <a:schemeClr val="dk1"/>
                </a:solidFill>
                <a:latin typeface="Calibri"/>
                <a:ea typeface="Calibri"/>
                <a:cs typeface="Calibri"/>
                <a:sym typeface="Calibri"/>
              </a:defRPr>
            </a:lvl6pPr>
            <a:lvl7pPr indent="0" lvl="6" marL="0" marR="0" rtl="0" algn="r">
              <a:spcBef>
                <a:spcPts val="0"/>
              </a:spcBef>
              <a:buNone/>
              <a:defRPr sz="1200">
                <a:solidFill>
                  <a:schemeClr val="dk1"/>
                </a:solidFill>
                <a:latin typeface="Calibri"/>
                <a:ea typeface="Calibri"/>
                <a:cs typeface="Calibri"/>
                <a:sym typeface="Calibri"/>
              </a:defRPr>
            </a:lvl7pPr>
            <a:lvl8pPr indent="0" lvl="7" marL="0" marR="0" rtl="0" algn="r">
              <a:spcBef>
                <a:spcPts val="0"/>
              </a:spcBef>
              <a:buNone/>
              <a:defRPr sz="1200">
                <a:solidFill>
                  <a:schemeClr val="dk1"/>
                </a:solidFill>
                <a:latin typeface="Calibri"/>
                <a:ea typeface="Calibri"/>
                <a:cs typeface="Calibri"/>
                <a:sym typeface="Calibri"/>
              </a:defRPr>
            </a:lvl8pPr>
            <a:lvl9pPr indent="0" lvl="8" marL="0" marR="0" rtl="0" algn="r">
              <a:spcBef>
                <a:spcPts val="0"/>
              </a:spcBef>
              <a:buNone/>
              <a:defRPr sz="1200">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96" name="Google Shape;96;p23"/>
          <p:cNvPicPr preferRelativeResize="0"/>
          <p:nvPr/>
        </p:nvPicPr>
        <p:blipFill rotWithShape="1">
          <a:blip r:embed="rId1">
            <a:alphaModFix/>
          </a:blip>
          <a:srcRect b="0" l="0" r="0" t="0"/>
          <a:stretch/>
        </p:blipFill>
        <p:spPr>
          <a:xfrm>
            <a:off x="11353800" y="-359"/>
            <a:ext cx="771055" cy="1172344"/>
          </a:xfrm>
          <a:prstGeom prst="rect">
            <a:avLst/>
          </a:prstGeom>
          <a:noFill/>
          <a:ln>
            <a:noFill/>
          </a:ln>
        </p:spPr>
      </p:pic>
      <p:pic>
        <p:nvPicPr>
          <p:cNvPr descr="A blue text on a black background&#10;&#10;Description automatically generated with low confidence" id="97" name="Google Shape;97;p23"/>
          <p:cNvPicPr preferRelativeResize="0"/>
          <p:nvPr/>
        </p:nvPicPr>
        <p:blipFill rotWithShape="1">
          <a:blip r:embed="rId2">
            <a:alphaModFix/>
          </a:blip>
          <a:srcRect b="0" l="0" r="0" t="0"/>
          <a:stretch/>
        </p:blipFill>
        <p:spPr>
          <a:xfrm>
            <a:off x="10200439" y="318825"/>
            <a:ext cx="1172344" cy="572570"/>
          </a:xfrm>
          <a:prstGeom prst="rect">
            <a:avLst/>
          </a:prstGeom>
          <a:noFill/>
          <a:ln>
            <a:noFill/>
          </a:ln>
        </p:spPr>
      </p:pic>
      <p:pic>
        <p:nvPicPr>
          <p:cNvPr descr="A picture containing screenshot, graphics, circle, design&#10;&#10;Description automatically generated" id="98" name="Google Shape;98;p23"/>
          <p:cNvPicPr preferRelativeResize="0"/>
          <p:nvPr/>
        </p:nvPicPr>
        <p:blipFill rotWithShape="1">
          <a:blip r:embed="rId3">
            <a:alphaModFix/>
          </a:blip>
          <a:srcRect b="0" l="0" r="0" t="0"/>
          <a:stretch/>
        </p:blipFill>
        <p:spPr>
          <a:xfrm>
            <a:off x="8151164" y="219583"/>
            <a:ext cx="771055" cy="771055"/>
          </a:xfrm>
          <a:prstGeom prst="rect">
            <a:avLst/>
          </a:prstGeom>
          <a:noFill/>
          <a:ln>
            <a:noFill/>
          </a:ln>
        </p:spPr>
      </p:pic>
      <p:pic>
        <p:nvPicPr>
          <p:cNvPr id="99" name="Google Shape;99;p23"/>
          <p:cNvPicPr preferRelativeResize="0"/>
          <p:nvPr/>
        </p:nvPicPr>
        <p:blipFill rotWithShape="1">
          <a:blip r:embed="rId4">
            <a:alphaModFix/>
          </a:blip>
          <a:srcRect b="0" l="0" r="0" t="0"/>
          <a:stretch/>
        </p:blipFill>
        <p:spPr>
          <a:xfrm>
            <a:off x="9084427" y="256851"/>
            <a:ext cx="959440" cy="73378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551"/>
        </a:solidFill>
      </p:bgPr>
    </p:bg>
    <p:spTree>
      <p:nvGrpSpPr>
        <p:cNvPr id="171" name="Shape 171"/>
        <p:cNvGrpSpPr/>
        <p:nvPr/>
      </p:nvGrpSpPr>
      <p:grpSpPr>
        <a:xfrm>
          <a:off x="0" y="0"/>
          <a:ext cx="0" cy="0"/>
          <a:chOff x="0" y="0"/>
          <a:chExt cx="0" cy="0"/>
        </a:xfrm>
      </p:grpSpPr>
      <p:sp>
        <p:nvSpPr>
          <p:cNvPr id="172" name="Google Shape;172;p27"/>
          <p:cNvSpPr txBox="1"/>
          <p:nvPr>
            <p:ph type="title"/>
          </p:nvPr>
        </p:nvSpPr>
        <p:spPr>
          <a:xfrm>
            <a:off x="1039653" y="1053628"/>
            <a:ext cx="10112695" cy="921254"/>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FFC837"/>
              </a:buClr>
              <a:buSzPts val="4400"/>
              <a:buFont typeface="Calibri"/>
              <a:buNone/>
              <a:defRPr b="1" i="0" sz="4400" u="none" cap="none" strike="noStrike">
                <a:solidFill>
                  <a:srgbClr val="FFC837"/>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3" name="Google Shape;173;p27"/>
          <p:cNvSpPr txBox="1"/>
          <p:nvPr>
            <p:ph idx="1" type="body"/>
          </p:nvPr>
        </p:nvSpPr>
        <p:spPr>
          <a:xfrm>
            <a:off x="1049144" y="2007219"/>
            <a:ext cx="10093712" cy="416974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4" name="Google Shape;174;p27"/>
          <p:cNvSpPr txBox="1"/>
          <p:nvPr>
            <p:ph idx="10" type="dt"/>
          </p:nvPr>
        </p:nvSpPr>
        <p:spPr>
          <a:xfrm>
            <a:off x="1049144"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5" name="Google Shape;175;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6" name="Google Shape;176;p27"/>
          <p:cNvSpPr txBox="1"/>
          <p:nvPr>
            <p:ph idx="12" type="sldNum"/>
          </p:nvPr>
        </p:nvSpPr>
        <p:spPr>
          <a:xfrm>
            <a:off x="8399656" y="635634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chemeClr val="dk1"/>
                </a:solidFill>
                <a:latin typeface="Calibri"/>
                <a:ea typeface="Calibri"/>
                <a:cs typeface="Calibri"/>
                <a:sym typeface="Calibri"/>
              </a:defRPr>
            </a:lvl1pPr>
            <a:lvl2pPr indent="0" lvl="1" marL="0" marR="0" rtl="0" algn="r">
              <a:spcBef>
                <a:spcPts val="0"/>
              </a:spcBef>
              <a:buNone/>
              <a:defRPr sz="1200">
                <a:solidFill>
                  <a:schemeClr val="dk1"/>
                </a:solidFill>
                <a:latin typeface="Calibri"/>
                <a:ea typeface="Calibri"/>
                <a:cs typeface="Calibri"/>
                <a:sym typeface="Calibri"/>
              </a:defRPr>
            </a:lvl2pPr>
            <a:lvl3pPr indent="0" lvl="2" marL="0" marR="0" rtl="0" algn="r">
              <a:spcBef>
                <a:spcPts val="0"/>
              </a:spcBef>
              <a:buNone/>
              <a:defRPr sz="1200">
                <a:solidFill>
                  <a:schemeClr val="dk1"/>
                </a:solidFill>
                <a:latin typeface="Calibri"/>
                <a:ea typeface="Calibri"/>
                <a:cs typeface="Calibri"/>
                <a:sym typeface="Calibri"/>
              </a:defRPr>
            </a:lvl3pPr>
            <a:lvl4pPr indent="0" lvl="3" marL="0" marR="0" rtl="0" algn="r">
              <a:spcBef>
                <a:spcPts val="0"/>
              </a:spcBef>
              <a:buNone/>
              <a:defRPr sz="1200">
                <a:solidFill>
                  <a:schemeClr val="dk1"/>
                </a:solidFill>
                <a:latin typeface="Calibri"/>
                <a:ea typeface="Calibri"/>
                <a:cs typeface="Calibri"/>
                <a:sym typeface="Calibri"/>
              </a:defRPr>
            </a:lvl4pPr>
            <a:lvl5pPr indent="0" lvl="4" marL="0" marR="0" rtl="0" algn="r">
              <a:spcBef>
                <a:spcPts val="0"/>
              </a:spcBef>
              <a:buNone/>
              <a:defRPr sz="1200">
                <a:solidFill>
                  <a:schemeClr val="dk1"/>
                </a:solidFill>
                <a:latin typeface="Calibri"/>
                <a:ea typeface="Calibri"/>
                <a:cs typeface="Calibri"/>
                <a:sym typeface="Calibri"/>
              </a:defRPr>
            </a:lvl5pPr>
            <a:lvl6pPr indent="0" lvl="5" marL="0" marR="0" rtl="0" algn="r">
              <a:spcBef>
                <a:spcPts val="0"/>
              </a:spcBef>
              <a:buNone/>
              <a:defRPr sz="1200">
                <a:solidFill>
                  <a:schemeClr val="dk1"/>
                </a:solidFill>
                <a:latin typeface="Calibri"/>
                <a:ea typeface="Calibri"/>
                <a:cs typeface="Calibri"/>
                <a:sym typeface="Calibri"/>
              </a:defRPr>
            </a:lvl6pPr>
            <a:lvl7pPr indent="0" lvl="6" marL="0" marR="0" rtl="0" algn="r">
              <a:spcBef>
                <a:spcPts val="0"/>
              </a:spcBef>
              <a:buNone/>
              <a:defRPr sz="1200">
                <a:solidFill>
                  <a:schemeClr val="dk1"/>
                </a:solidFill>
                <a:latin typeface="Calibri"/>
                <a:ea typeface="Calibri"/>
                <a:cs typeface="Calibri"/>
                <a:sym typeface="Calibri"/>
              </a:defRPr>
            </a:lvl7pPr>
            <a:lvl8pPr indent="0" lvl="7" marL="0" marR="0" rtl="0" algn="r">
              <a:spcBef>
                <a:spcPts val="0"/>
              </a:spcBef>
              <a:buNone/>
              <a:defRPr sz="1200">
                <a:solidFill>
                  <a:schemeClr val="dk1"/>
                </a:solidFill>
                <a:latin typeface="Calibri"/>
                <a:ea typeface="Calibri"/>
                <a:cs typeface="Calibri"/>
                <a:sym typeface="Calibri"/>
              </a:defRPr>
            </a:lvl8pPr>
            <a:lvl9pPr indent="0" lvl="8" marL="0" marR="0" rtl="0" algn="r">
              <a:spcBef>
                <a:spcPts val="0"/>
              </a:spcBef>
              <a:buNone/>
              <a:defRPr sz="1200">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77" name="Google Shape;177;p27"/>
          <p:cNvPicPr preferRelativeResize="0"/>
          <p:nvPr/>
        </p:nvPicPr>
        <p:blipFill rotWithShape="1">
          <a:blip r:embed="rId1">
            <a:alphaModFix/>
          </a:blip>
          <a:srcRect b="0" l="0" r="0" t="0"/>
          <a:stretch/>
        </p:blipFill>
        <p:spPr>
          <a:xfrm>
            <a:off x="11353800" y="-359"/>
            <a:ext cx="771055" cy="1172344"/>
          </a:xfrm>
          <a:prstGeom prst="rect">
            <a:avLst/>
          </a:prstGeom>
          <a:noFill/>
          <a:ln>
            <a:noFill/>
          </a:ln>
        </p:spPr>
      </p:pic>
      <p:pic>
        <p:nvPicPr>
          <p:cNvPr descr="A blue text on a black background&#10;&#10;Description automatically generated with low confidence" id="178" name="Google Shape;178;p27"/>
          <p:cNvPicPr preferRelativeResize="0"/>
          <p:nvPr/>
        </p:nvPicPr>
        <p:blipFill rotWithShape="1">
          <a:blip r:embed="rId2">
            <a:alphaModFix/>
          </a:blip>
          <a:srcRect b="0" l="0" r="0" t="0"/>
          <a:stretch/>
        </p:blipFill>
        <p:spPr>
          <a:xfrm>
            <a:off x="10200439" y="318825"/>
            <a:ext cx="1172344" cy="572570"/>
          </a:xfrm>
          <a:prstGeom prst="rect">
            <a:avLst/>
          </a:prstGeom>
          <a:noFill/>
          <a:ln>
            <a:noFill/>
          </a:ln>
        </p:spPr>
      </p:pic>
      <p:pic>
        <p:nvPicPr>
          <p:cNvPr descr="A picture containing screenshot, graphics, circle, design&#10;&#10;Description automatically generated" id="179" name="Google Shape;179;p27"/>
          <p:cNvPicPr preferRelativeResize="0"/>
          <p:nvPr/>
        </p:nvPicPr>
        <p:blipFill rotWithShape="1">
          <a:blip r:embed="rId3">
            <a:alphaModFix/>
          </a:blip>
          <a:srcRect b="0" l="0" r="0" t="0"/>
          <a:stretch/>
        </p:blipFill>
        <p:spPr>
          <a:xfrm>
            <a:off x="8151164" y="219583"/>
            <a:ext cx="771055" cy="771055"/>
          </a:xfrm>
          <a:prstGeom prst="rect">
            <a:avLst/>
          </a:prstGeom>
          <a:noFill/>
          <a:ln>
            <a:noFill/>
          </a:ln>
        </p:spPr>
      </p:pic>
      <p:pic>
        <p:nvPicPr>
          <p:cNvPr id="180" name="Google Shape;180;p27"/>
          <p:cNvPicPr preferRelativeResize="0"/>
          <p:nvPr/>
        </p:nvPicPr>
        <p:blipFill rotWithShape="1">
          <a:blip r:embed="rId4">
            <a:alphaModFix/>
          </a:blip>
          <a:srcRect b="0" l="0" r="0" t="0"/>
          <a:stretch/>
        </p:blipFill>
        <p:spPr>
          <a:xfrm>
            <a:off x="9084427" y="256851"/>
            <a:ext cx="959440" cy="73378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hyperlink" Target="https://scikit-learn.org/stable/supervised_learning.html" TargetMode="External"/><Relationship Id="rId4" Type="http://schemas.openxmlformats.org/officeDocument/2006/relationships/hyperlink" Target="https://www.youtube.com/@RyanAndMattDataScience"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5.xml"/><Relationship Id="rId3" Type="http://schemas.openxmlformats.org/officeDocument/2006/relationships/image" Target="../media/image13.png"/><Relationship Id="rId4" Type="http://schemas.openxmlformats.org/officeDocument/2006/relationships/image" Target="../media/image6.png"/><Relationship Id="rId5"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C837"/>
              </a:buClr>
              <a:buSzPts val="6000"/>
              <a:buFont typeface="Calibri"/>
              <a:buNone/>
            </a:pPr>
            <a:r>
              <a:rPr lang="en-US"/>
              <a:t>IrrigateIQ</a:t>
            </a:r>
            <a:endParaRPr/>
          </a:p>
        </p:txBody>
      </p:sp>
      <p:sp>
        <p:nvSpPr>
          <p:cNvPr id="257" name="Google Shape;257;p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Salim Nsimbe</a:t>
            </a:r>
            <a:endParaRPr/>
          </a:p>
          <a:p>
            <a:pPr indent="0" lvl="0" marL="0" rtl="0" algn="l">
              <a:lnSpc>
                <a:spcPct val="90000"/>
              </a:lnSpc>
              <a:spcBef>
                <a:spcPts val="1000"/>
              </a:spcBef>
              <a:spcAft>
                <a:spcPts val="0"/>
              </a:spcAft>
              <a:buClr>
                <a:schemeClr val="dk1"/>
              </a:buClr>
              <a:buSzPts val="2400"/>
              <a:buNone/>
            </a:pPr>
            <a:r>
              <a:rPr lang="en-US"/>
              <a:t>01/10/2024</a:t>
            </a:r>
            <a:endParaRPr/>
          </a:p>
        </p:txBody>
      </p:sp>
      <p:sp>
        <p:nvSpPr>
          <p:cNvPr id="258" name="Google Shape;258;p1"/>
          <p:cNvSpPr txBox="1"/>
          <p:nvPr/>
        </p:nvSpPr>
        <p:spPr>
          <a:xfrm>
            <a:off x="88776" y="177553"/>
            <a:ext cx="5066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Frontier Tech Leaders Programme Global Cohort 1</a:t>
            </a:r>
            <a:endParaRPr sz="12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
          <p:cNvSpPr txBox="1"/>
          <p:nvPr>
            <p:ph type="title"/>
          </p:nvPr>
        </p:nvSpPr>
        <p:spPr>
          <a:xfrm>
            <a:off x="1039653" y="1064779"/>
            <a:ext cx="10112695" cy="92125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alibri"/>
              <a:buNone/>
            </a:pPr>
            <a:r>
              <a:rPr lang="en-US">
                <a:solidFill>
                  <a:schemeClr val="accent1"/>
                </a:solidFill>
              </a:rPr>
              <a:t>Outline</a:t>
            </a:r>
            <a:endParaRPr/>
          </a:p>
        </p:txBody>
      </p:sp>
      <p:sp>
        <p:nvSpPr>
          <p:cNvPr id="265" name="Google Shape;265;p3"/>
          <p:cNvSpPr txBox="1"/>
          <p:nvPr>
            <p:ph idx="1" type="body"/>
          </p:nvPr>
        </p:nvSpPr>
        <p:spPr>
          <a:xfrm>
            <a:off x="1049144" y="2007219"/>
            <a:ext cx="10093712" cy="416974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lt1"/>
              </a:buClr>
              <a:buSzPts val="2000"/>
              <a:buChar char="•"/>
            </a:pPr>
            <a:r>
              <a:rPr lang="en-US" sz="2000"/>
              <a:t>Concept note and implementation plan:</a:t>
            </a:r>
            <a:endParaRPr/>
          </a:p>
          <a:p>
            <a:pPr indent="-228600" lvl="1" marL="685800" rtl="0" algn="l">
              <a:lnSpc>
                <a:spcPct val="90000"/>
              </a:lnSpc>
              <a:spcBef>
                <a:spcPts val="500"/>
              </a:spcBef>
              <a:spcAft>
                <a:spcPts val="0"/>
              </a:spcAft>
              <a:buClr>
                <a:schemeClr val="lt1"/>
              </a:buClr>
              <a:buSzPts val="2000"/>
              <a:buFont typeface="Courier New"/>
              <a:buChar char="o"/>
            </a:pPr>
            <a:r>
              <a:rPr lang="en-US" sz="2000"/>
              <a:t>Background</a:t>
            </a:r>
            <a:endParaRPr/>
          </a:p>
          <a:p>
            <a:pPr indent="-228600" lvl="1" marL="685800" rtl="0" algn="l">
              <a:lnSpc>
                <a:spcPct val="90000"/>
              </a:lnSpc>
              <a:spcBef>
                <a:spcPts val="500"/>
              </a:spcBef>
              <a:spcAft>
                <a:spcPts val="0"/>
              </a:spcAft>
              <a:buClr>
                <a:schemeClr val="lt1"/>
              </a:buClr>
              <a:buSzPts val="2000"/>
              <a:buFont typeface="Courier New"/>
              <a:buChar char="o"/>
            </a:pPr>
            <a:r>
              <a:rPr lang="en-US" sz="2000"/>
              <a:t>Objectives</a:t>
            </a:r>
            <a:endParaRPr/>
          </a:p>
          <a:p>
            <a:pPr indent="-228600" lvl="1" marL="685800" rtl="0" algn="l">
              <a:lnSpc>
                <a:spcPct val="90000"/>
              </a:lnSpc>
              <a:spcBef>
                <a:spcPts val="500"/>
              </a:spcBef>
              <a:spcAft>
                <a:spcPts val="0"/>
              </a:spcAft>
              <a:buClr>
                <a:schemeClr val="lt1"/>
              </a:buClr>
              <a:buSzPts val="2000"/>
              <a:buFont typeface="Courier New"/>
              <a:buChar char="o"/>
            </a:pPr>
            <a:r>
              <a:rPr lang="en-US" sz="2000"/>
              <a:t>SDG Relation</a:t>
            </a:r>
            <a:endParaRPr/>
          </a:p>
          <a:p>
            <a:pPr indent="-228600" lvl="0" marL="228600" rtl="0" algn="l">
              <a:lnSpc>
                <a:spcPct val="90000"/>
              </a:lnSpc>
              <a:spcBef>
                <a:spcPts val="1000"/>
              </a:spcBef>
              <a:spcAft>
                <a:spcPts val="0"/>
              </a:spcAft>
              <a:buClr>
                <a:schemeClr val="lt1"/>
              </a:buClr>
              <a:buSzPts val="2000"/>
              <a:buChar char="•"/>
            </a:pPr>
            <a:r>
              <a:rPr lang="en-US" sz="2000"/>
              <a:t>Data</a:t>
            </a:r>
            <a:endParaRPr/>
          </a:p>
          <a:p>
            <a:pPr indent="-228600" lvl="1" marL="685800" rtl="0" algn="l">
              <a:lnSpc>
                <a:spcPct val="90000"/>
              </a:lnSpc>
              <a:spcBef>
                <a:spcPts val="500"/>
              </a:spcBef>
              <a:spcAft>
                <a:spcPts val="0"/>
              </a:spcAft>
              <a:buClr>
                <a:srgbClr val="FFFFFF"/>
              </a:buClr>
              <a:buSzPts val="2000"/>
              <a:buChar char="•"/>
            </a:pPr>
            <a:r>
              <a:rPr lang="en-US" sz="2000">
                <a:solidFill>
                  <a:srgbClr val="FFFFFF"/>
                </a:solidFill>
              </a:rPr>
              <a:t>Data Collection</a:t>
            </a:r>
            <a:endParaRPr/>
          </a:p>
          <a:p>
            <a:pPr indent="-228600" lvl="1" marL="685800" rtl="0" algn="l">
              <a:lnSpc>
                <a:spcPct val="90000"/>
              </a:lnSpc>
              <a:spcBef>
                <a:spcPts val="500"/>
              </a:spcBef>
              <a:spcAft>
                <a:spcPts val="0"/>
              </a:spcAft>
              <a:buClr>
                <a:srgbClr val="FFFFFF"/>
              </a:buClr>
              <a:buSzPts val="2000"/>
              <a:buChar char="•"/>
            </a:pPr>
            <a:r>
              <a:rPr lang="en-US" sz="2000">
                <a:solidFill>
                  <a:srgbClr val="FFFFFF"/>
                </a:solidFill>
              </a:rPr>
              <a:t>Exploratory Data Analysis (EDA) and Feature Engineering</a:t>
            </a:r>
            <a:endParaRPr/>
          </a:p>
          <a:p>
            <a:pPr indent="-228600" lvl="0" marL="228600" rtl="0" algn="l">
              <a:lnSpc>
                <a:spcPct val="90000"/>
              </a:lnSpc>
              <a:spcBef>
                <a:spcPts val="1000"/>
              </a:spcBef>
              <a:spcAft>
                <a:spcPts val="0"/>
              </a:spcAft>
              <a:buClr>
                <a:srgbClr val="FFFFFF"/>
              </a:buClr>
              <a:buSzPts val="2000"/>
              <a:buChar char="•"/>
            </a:pPr>
            <a:r>
              <a:rPr lang="en-US" sz="2000">
                <a:solidFill>
                  <a:srgbClr val="FFFFFF"/>
                </a:solidFill>
              </a:rPr>
              <a:t>Model Selection and Training</a:t>
            </a:r>
            <a:endParaRPr/>
          </a:p>
          <a:p>
            <a:pPr indent="-228600" lvl="1" marL="685800" rtl="0" algn="l">
              <a:lnSpc>
                <a:spcPct val="90000"/>
              </a:lnSpc>
              <a:spcBef>
                <a:spcPts val="500"/>
              </a:spcBef>
              <a:spcAft>
                <a:spcPts val="0"/>
              </a:spcAft>
              <a:buClr>
                <a:srgbClr val="FFFFFF"/>
              </a:buClr>
              <a:buSzPts val="2000"/>
              <a:buChar char="•"/>
            </a:pPr>
            <a:r>
              <a:rPr lang="en-US" sz="2000">
                <a:solidFill>
                  <a:srgbClr val="FFFFFF"/>
                </a:solidFill>
              </a:rPr>
              <a:t>Model Evaluation and Hyperparameter Tuning</a:t>
            </a:r>
            <a:endParaRPr/>
          </a:p>
          <a:p>
            <a:pPr indent="-228600" lvl="1" marL="685800" rtl="0" algn="l">
              <a:lnSpc>
                <a:spcPct val="90000"/>
              </a:lnSpc>
              <a:spcBef>
                <a:spcPts val="500"/>
              </a:spcBef>
              <a:spcAft>
                <a:spcPts val="0"/>
              </a:spcAft>
              <a:buClr>
                <a:srgbClr val="FFFFFF"/>
              </a:buClr>
              <a:buSzPts val="2000"/>
              <a:buChar char="•"/>
            </a:pPr>
            <a:r>
              <a:rPr lang="en-US" sz="2000">
                <a:solidFill>
                  <a:srgbClr val="FFFFFF"/>
                </a:solidFill>
              </a:rPr>
              <a:t>Model Refinement and Testing</a:t>
            </a:r>
            <a:endParaRPr/>
          </a:p>
          <a:p>
            <a:pPr indent="-228600" lvl="0" marL="228600" rtl="0" algn="l">
              <a:lnSpc>
                <a:spcPct val="90000"/>
              </a:lnSpc>
              <a:spcBef>
                <a:spcPts val="1000"/>
              </a:spcBef>
              <a:spcAft>
                <a:spcPts val="0"/>
              </a:spcAft>
              <a:buClr>
                <a:srgbClr val="FFFFFF"/>
              </a:buClr>
              <a:buSzPts val="2000"/>
              <a:buChar char="•"/>
            </a:pPr>
            <a:r>
              <a:rPr lang="en-US" sz="2000">
                <a:solidFill>
                  <a:srgbClr val="FFFFFF"/>
                </a:solidFill>
              </a:rPr>
              <a:t>Results</a:t>
            </a:r>
            <a:endParaRPr/>
          </a:p>
          <a:p>
            <a:pPr indent="-228600" lvl="0" marL="228600" rtl="0" algn="l">
              <a:lnSpc>
                <a:spcPct val="90000"/>
              </a:lnSpc>
              <a:spcBef>
                <a:spcPts val="1000"/>
              </a:spcBef>
              <a:spcAft>
                <a:spcPts val="0"/>
              </a:spcAft>
              <a:buClr>
                <a:srgbClr val="FFFFFF"/>
              </a:buClr>
              <a:buSzPts val="2000"/>
              <a:buChar char="•"/>
            </a:pPr>
            <a:r>
              <a:rPr lang="en-US" sz="2000">
                <a:solidFill>
                  <a:srgbClr val="FFFFFF"/>
                </a:solidFill>
              </a:rPr>
              <a:t>Deployment</a:t>
            </a:r>
            <a:endParaRPr/>
          </a:p>
          <a:p>
            <a:pPr indent="-228600" lvl="0" marL="228600" rtl="0" algn="l">
              <a:lnSpc>
                <a:spcPct val="90000"/>
              </a:lnSpc>
              <a:spcBef>
                <a:spcPts val="1000"/>
              </a:spcBef>
              <a:spcAft>
                <a:spcPts val="0"/>
              </a:spcAft>
              <a:buClr>
                <a:srgbClr val="FFFFFF"/>
              </a:buClr>
              <a:buSzPts val="2000"/>
              <a:buChar char="•"/>
            </a:pPr>
            <a:r>
              <a:rPr lang="en-US" sz="2000">
                <a:solidFill>
                  <a:srgbClr val="FFFFFF"/>
                </a:solidFill>
              </a:rPr>
              <a:t>Future Work</a:t>
            </a:r>
            <a:endParaRPr/>
          </a:p>
          <a:p>
            <a:pPr indent="0" lvl="0" marL="0" rtl="0" algn="l">
              <a:lnSpc>
                <a:spcPct val="90000"/>
              </a:lnSpc>
              <a:spcBef>
                <a:spcPts val="1000"/>
              </a:spcBef>
              <a:spcAft>
                <a:spcPts val="0"/>
              </a:spcAft>
              <a:buClr>
                <a:schemeClr val="lt1"/>
              </a:buClr>
              <a:buSzPts val="2800"/>
              <a:buNone/>
            </a:pPr>
            <a:r>
              <a:t/>
            </a:r>
            <a:endParaRPr>
              <a:solidFill>
                <a:srgbClr val="FFFFFF"/>
              </a:solidFill>
            </a:endParaRPr>
          </a:p>
        </p:txBody>
      </p:sp>
      <p:sp>
        <p:nvSpPr>
          <p:cNvPr id="266" name="Google Shape;266;p3"/>
          <p:cNvSpPr txBox="1"/>
          <p:nvPr/>
        </p:nvSpPr>
        <p:spPr>
          <a:xfrm>
            <a:off x="88776" y="177553"/>
            <a:ext cx="5066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Frontier Tech Leaders Programme Global Cohort 1</a:t>
            </a:r>
            <a:endParaRPr sz="1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C837"/>
              </a:buClr>
              <a:buSzPts val="6000"/>
              <a:buFont typeface="Calibri"/>
              <a:buNone/>
            </a:pPr>
            <a:r>
              <a:rPr lang="en-US"/>
              <a:t>Concept note and implementation plan</a:t>
            </a:r>
            <a:endParaRPr/>
          </a:p>
        </p:txBody>
      </p:sp>
      <p:sp>
        <p:nvSpPr>
          <p:cNvPr id="272" name="Google Shape;272;p4"/>
          <p:cNvSpPr txBox="1"/>
          <p:nvPr/>
        </p:nvSpPr>
        <p:spPr>
          <a:xfrm>
            <a:off x="88776" y="177553"/>
            <a:ext cx="5066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Frontier Tech Leaders Programme Global Cohort 1</a:t>
            </a:r>
            <a:endParaRPr sz="1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5"/>
          <p:cNvSpPr txBox="1"/>
          <p:nvPr>
            <p:ph type="title"/>
          </p:nvPr>
        </p:nvSpPr>
        <p:spPr>
          <a:xfrm>
            <a:off x="1039653" y="1064779"/>
            <a:ext cx="10112695" cy="92125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alibri"/>
              <a:buNone/>
            </a:pPr>
            <a:r>
              <a:rPr lang="en-US">
                <a:solidFill>
                  <a:schemeClr val="accent1"/>
                </a:solidFill>
              </a:rPr>
              <a:t>Background</a:t>
            </a:r>
            <a:endParaRPr>
              <a:solidFill>
                <a:schemeClr val="accent1"/>
              </a:solidFill>
            </a:endParaRPr>
          </a:p>
        </p:txBody>
      </p:sp>
      <p:sp>
        <p:nvSpPr>
          <p:cNvPr id="279" name="Google Shape;279;p5"/>
          <p:cNvSpPr txBox="1"/>
          <p:nvPr>
            <p:ph idx="1" type="body"/>
          </p:nvPr>
        </p:nvSpPr>
        <p:spPr>
          <a:xfrm>
            <a:off x="1049150" y="2007226"/>
            <a:ext cx="10093800" cy="45909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lt1"/>
              </a:buClr>
              <a:buSzPts val="2800"/>
              <a:buFont typeface="Arial"/>
              <a:buChar char="•"/>
            </a:pPr>
            <a:r>
              <a:rPr lang="en-US"/>
              <a:t>Brief project overview</a:t>
            </a:r>
            <a:endParaRPr/>
          </a:p>
          <a:p>
            <a:pPr indent="-146050" lvl="0" marL="228600" rtl="0" algn="l">
              <a:lnSpc>
                <a:spcPct val="90000"/>
              </a:lnSpc>
              <a:spcBef>
                <a:spcPts val="0"/>
              </a:spcBef>
              <a:spcAft>
                <a:spcPts val="0"/>
              </a:spcAft>
              <a:buClr>
                <a:schemeClr val="dk1"/>
              </a:buClr>
              <a:buSzPts val="1500"/>
              <a:buChar char="•"/>
            </a:pPr>
            <a:r>
              <a:rPr lang="en-US" sz="1500">
                <a:solidFill>
                  <a:schemeClr val="dk1"/>
                </a:solidFill>
                <a:latin typeface="Arial"/>
                <a:ea typeface="Arial"/>
                <a:cs typeface="Arial"/>
                <a:sym typeface="Arial"/>
              </a:rPr>
              <a:t>This project focuses on deploying a machine learning model that predicts </a:t>
            </a:r>
            <a:r>
              <a:rPr b="1" lang="en-US" sz="1500">
                <a:solidFill>
                  <a:schemeClr val="dk1"/>
                </a:solidFill>
                <a:latin typeface="Arial"/>
                <a:ea typeface="Arial"/>
                <a:cs typeface="Arial"/>
                <a:sym typeface="Arial"/>
              </a:rPr>
              <a:t>irrigation frequency</a:t>
            </a:r>
            <a:r>
              <a:rPr lang="en-US" sz="1500">
                <a:solidFill>
                  <a:schemeClr val="dk1"/>
                </a:solidFill>
                <a:latin typeface="Arial"/>
                <a:ea typeface="Arial"/>
                <a:cs typeface="Arial"/>
                <a:sym typeface="Arial"/>
              </a:rPr>
              <a:t> for crops. By utilizing data from various sources like soil moisture, weather, and crop type, the model helps optimize the amount of water used for irrigation.The goal is to make the model available to farmers or agricultural systems to enhance decision-making in water management.</a:t>
            </a:r>
            <a:endParaRPr sz="1500">
              <a:solidFill>
                <a:schemeClr val="dk1"/>
              </a:solidFill>
            </a:endParaRPr>
          </a:p>
          <a:p>
            <a:pPr indent="-228600" lvl="0" marL="228600" rtl="0" algn="l">
              <a:lnSpc>
                <a:spcPct val="90000"/>
              </a:lnSpc>
              <a:spcBef>
                <a:spcPts val="1000"/>
              </a:spcBef>
              <a:spcAft>
                <a:spcPts val="0"/>
              </a:spcAft>
              <a:buClr>
                <a:schemeClr val="lt1"/>
              </a:buClr>
              <a:buSzPts val="2800"/>
              <a:buChar char="•"/>
            </a:pPr>
            <a:r>
              <a:rPr lang="en-US"/>
              <a:t>Provide brief background</a:t>
            </a:r>
            <a:endParaRPr/>
          </a:p>
          <a:p>
            <a:pPr indent="-146050" lvl="0" marL="228600" rtl="0" algn="l">
              <a:lnSpc>
                <a:spcPct val="90000"/>
              </a:lnSpc>
              <a:spcBef>
                <a:spcPts val="1000"/>
              </a:spcBef>
              <a:spcAft>
                <a:spcPts val="0"/>
              </a:spcAft>
              <a:buSzPts val="1500"/>
              <a:buChar char="•"/>
            </a:pPr>
            <a:r>
              <a:rPr lang="en-US" sz="1500"/>
              <a:t>Agriculture is a major consumer of water resources globally, accounting for around 70% of freshwater withdrawals. Efficient water management is critical in areas facing water scarcity and environmental stress. Traditional irrigation methods often rely on guesswork or historical practices, leading to overuse or underuse of water, which can harm crop yields and contribute to resource depletion.The application of machine learning in agriculture has shown promise in solving such problems by using data to make informed decisions. The model in this project, designed to predict the ideal frequency of irrigation, can address inefficiencies and optimize water use in agricultural operations.</a:t>
            </a:r>
            <a:endParaRPr sz="1500"/>
          </a:p>
          <a:p>
            <a:pPr indent="-228600" lvl="0" marL="228600" rtl="0" algn="l">
              <a:lnSpc>
                <a:spcPct val="90000"/>
              </a:lnSpc>
              <a:spcBef>
                <a:spcPts val="1000"/>
              </a:spcBef>
              <a:spcAft>
                <a:spcPts val="0"/>
              </a:spcAft>
              <a:buClr>
                <a:schemeClr val="lt1"/>
              </a:buClr>
              <a:buSzPts val="2800"/>
              <a:buFont typeface="Arial"/>
              <a:buChar char="•"/>
            </a:pPr>
            <a:r>
              <a:rPr lang="en-US"/>
              <a:t>Importance of the problem being solved</a:t>
            </a:r>
            <a:endParaRPr/>
          </a:p>
          <a:p>
            <a:pPr indent="-165100" lvl="0" marL="228600" rtl="0" algn="l">
              <a:lnSpc>
                <a:spcPct val="90000"/>
              </a:lnSpc>
              <a:spcBef>
                <a:spcPts val="1000"/>
              </a:spcBef>
              <a:spcAft>
                <a:spcPts val="0"/>
              </a:spcAft>
              <a:buSzPts val="1800"/>
              <a:buChar char="•"/>
            </a:pPr>
            <a:r>
              <a:rPr lang="en-US" sz="1500"/>
              <a:t>Water waste,Crop yield impact, Environmental </a:t>
            </a:r>
            <a:r>
              <a:rPr lang="en-US" sz="1500"/>
              <a:t>degradation</a:t>
            </a:r>
            <a:r>
              <a:rPr lang="en-US" sz="1500"/>
              <a:t>,Sustainability</a:t>
            </a:r>
            <a:endParaRPr sz="1500"/>
          </a:p>
        </p:txBody>
      </p:sp>
      <p:sp>
        <p:nvSpPr>
          <p:cNvPr id="280" name="Google Shape;280;p5"/>
          <p:cNvSpPr txBox="1"/>
          <p:nvPr/>
        </p:nvSpPr>
        <p:spPr>
          <a:xfrm>
            <a:off x="88776" y="177553"/>
            <a:ext cx="5066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Frontier Tech Leaders Programme Global Cohort 1</a:t>
            </a:r>
            <a:endParaRPr sz="1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0723663de1_0_4"/>
          <p:cNvSpPr txBox="1"/>
          <p:nvPr>
            <p:ph type="title"/>
          </p:nvPr>
        </p:nvSpPr>
        <p:spPr>
          <a:xfrm>
            <a:off x="1039653" y="1064779"/>
            <a:ext cx="10112700" cy="921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C837"/>
              </a:buClr>
              <a:buSzPts val="4400"/>
              <a:buFont typeface="Calibri"/>
              <a:buNone/>
            </a:pPr>
            <a:r>
              <a:rPr lang="en-US"/>
              <a:t>Objectives</a:t>
            </a:r>
            <a:endParaRPr>
              <a:solidFill>
                <a:schemeClr val="accent1"/>
              </a:solidFill>
            </a:endParaRPr>
          </a:p>
        </p:txBody>
      </p:sp>
      <p:sp>
        <p:nvSpPr>
          <p:cNvPr id="287" name="Google Shape;287;g30723663de1_0_4"/>
          <p:cNvSpPr txBox="1"/>
          <p:nvPr>
            <p:ph idx="1" type="body"/>
          </p:nvPr>
        </p:nvSpPr>
        <p:spPr>
          <a:xfrm>
            <a:off x="1049144" y="2007219"/>
            <a:ext cx="10093800" cy="4169700"/>
          </a:xfrm>
          <a:prstGeom prst="rect">
            <a:avLst/>
          </a:prstGeom>
          <a:noFill/>
          <a:ln>
            <a:noFill/>
          </a:ln>
        </p:spPr>
        <p:txBody>
          <a:bodyPr anchorCtr="0" anchor="t" bIns="45700" lIns="91425" spcFirstLastPara="1" rIns="91425" wrap="square" tIns="45700">
            <a:normAutofit/>
          </a:bodyPr>
          <a:lstStyle/>
          <a:p>
            <a:pPr indent="-241300" lvl="0" marL="228600" rtl="0" algn="l">
              <a:lnSpc>
                <a:spcPct val="90000"/>
              </a:lnSpc>
              <a:spcBef>
                <a:spcPts val="0"/>
              </a:spcBef>
              <a:spcAft>
                <a:spcPts val="0"/>
              </a:spcAft>
              <a:buClr>
                <a:schemeClr val="lt1"/>
              </a:buClr>
              <a:buSzPts val="2000"/>
              <a:buFont typeface="Arial "/>
              <a:buChar char="•"/>
            </a:pPr>
            <a:r>
              <a:rPr lang="en-US" sz="2000">
                <a:latin typeface="Arial"/>
                <a:ea typeface="Arial"/>
                <a:cs typeface="Arial"/>
                <a:sym typeface="Arial"/>
              </a:rPr>
              <a:t>P</a:t>
            </a:r>
            <a:r>
              <a:rPr lang="en-US" sz="2000">
                <a:latin typeface="Arial"/>
                <a:ea typeface="Arial"/>
                <a:cs typeface="Arial"/>
                <a:sym typeface="Arial"/>
              </a:rPr>
              <a:t>roject Objectives:</a:t>
            </a:r>
            <a:endParaRPr sz="2000">
              <a:latin typeface="Arial"/>
              <a:ea typeface="Arial"/>
              <a:cs typeface="Arial"/>
              <a:sym typeface="Arial"/>
            </a:endParaRPr>
          </a:p>
          <a:p>
            <a:pPr indent="-336550" lvl="0" marL="457200" rtl="0" algn="l">
              <a:lnSpc>
                <a:spcPct val="90000"/>
              </a:lnSpc>
              <a:spcBef>
                <a:spcPts val="0"/>
              </a:spcBef>
              <a:spcAft>
                <a:spcPts val="0"/>
              </a:spcAft>
              <a:buClr>
                <a:schemeClr val="dk1"/>
              </a:buClr>
              <a:buSzPts val="1700"/>
              <a:buFont typeface="Arial"/>
              <a:buAutoNum type="arabicPeriod"/>
            </a:pPr>
            <a:r>
              <a:rPr b="1" lang="en-US" sz="1700">
                <a:solidFill>
                  <a:schemeClr val="dk1"/>
                </a:solidFill>
                <a:latin typeface="Arial"/>
                <a:ea typeface="Arial"/>
                <a:cs typeface="Arial"/>
                <a:sym typeface="Arial"/>
              </a:rPr>
              <a:t>Optimize Watering</a:t>
            </a:r>
            <a:r>
              <a:rPr lang="en-US" sz="1700">
                <a:solidFill>
                  <a:schemeClr val="dk1"/>
                </a:solidFill>
                <a:latin typeface="Arial"/>
                <a:ea typeface="Arial"/>
                <a:cs typeface="Arial"/>
                <a:sym typeface="Arial"/>
              </a:rPr>
              <a:t>: Predict the best irrigation schedule for crops.</a:t>
            </a:r>
            <a:endParaRPr sz="1700">
              <a:solidFill>
                <a:schemeClr val="dk1"/>
              </a:solidFill>
              <a:latin typeface="Arial"/>
              <a:ea typeface="Arial"/>
              <a:cs typeface="Arial"/>
              <a:sym typeface="Arial"/>
            </a:endParaRPr>
          </a:p>
          <a:p>
            <a:pPr indent="-336550" lvl="0" marL="457200" rtl="0" algn="l">
              <a:lnSpc>
                <a:spcPct val="90000"/>
              </a:lnSpc>
              <a:spcBef>
                <a:spcPts val="0"/>
              </a:spcBef>
              <a:spcAft>
                <a:spcPts val="0"/>
              </a:spcAft>
              <a:buClr>
                <a:schemeClr val="dk1"/>
              </a:buClr>
              <a:buSzPts val="1700"/>
              <a:buFont typeface="Arial"/>
              <a:buAutoNum type="arabicPeriod"/>
            </a:pPr>
            <a:r>
              <a:rPr b="1" lang="en-US" sz="1700">
                <a:solidFill>
                  <a:schemeClr val="dk1"/>
                </a:solidFill>
                <a:latin typeface="Arial"/>
                <a:ea typeface="Arial"/>
                <a:cs typeface="Arial"/>
                <a:sym typeface="Arial"/>
              </a:rPr>
              <a:t>Save Water</a:t>
            </a:r>
            <a:r>
              <a:rPr lang="en-US" sz="1700">
                <a:solidFill>
                  <a:schemeClr val="dk1"/>
                </a:solidFill>
                <a:latin typeface="Arial"/>
                <a:ea typeface="Arial"/>
                <a:cs typeface="Arial"/>
                <a:sym typeface="Arial"/>
              </a:rPr>
              <a:t>: Reduce water wastage in farming through data-driven predictions.</a:t>
            </a:r>
            <a:endParaRPr sz="1700">
              <a:solidFill>
                <a:schemeClr val="dk1"/>
              </a:solidFill>
              <a:latin typeface="Arial"/>
              <a:ea typeface="Arial"/>
              <a:cs typeface="Arial"/>
              <a:sym typeface="Arial"/>
            </a:endParaRPr>
          </a:p>
          <a:p>
            <a:pPr indent="-336550" lvl="0" marL="457200" rtl="0" algn="l">
              <a:lnSpc>
                <a:spcPct val="90000"/>
              </a:lnSpc>
              <a:spcBef>
                <a:spcPts val="0"/>
              </a:spcBef>
              <a:spcAft>
                <a:spcPts val="0"/>
              </a:spcAft>
              <a:buClr>
                <a:schemeClr val="dk1"/>
              </a:buClr>
              <a:buSzPts val="1700"/>
              <a:buFont typeface="Arial"/>
              <a:buAutoNum type="arabicPeriod"/>
            </a:pPr>
            <a:r>
              <a:rPr b="1" lang="en-US" sz="1700">
                <a:solidFill>
                  <a:schemeClr val="dk1"/>
                </a:solidFill>
                <a:latin typeface="Arial"/>
                <a:ea typeface="Arial"/>
                <a:cs typeface="Arial"/>
                <a:sym typeface="Arial"/>
              </a:rPr>
              <a:t>Boost Crop Yields</a:t>
            </a:r>
            <a:r>
              <a:rPr lang="en-US" sz="1700">
                <a:solidFill>
                  <a:schemeClr val="dk1"/>
                </a:solidFill>
                <a:latin typeface="Arial"/>
                <a:ea typeface="Arial"/>
                <a:cs typeface="Arial"/>
                <a:sym typeface="Arial"/>
              </a:rPr>
              <a:t>: Improve crop growth with optimal watering.</a:t>
            </a:r>
            <a:endParaRPr sz="1700">
              <a:solidFill>
                <a:schemeClr val="dk1"/>
              </a:solidFill>
              <a:latin typeface="Arial"/>
              <a:ea typeface="Arial"/>
              <a:cs typeface="Arial"/>
              <a:sym typeface="Arial"/>
            </a:endParaRPr>
          </a:p>
          <a:p>
            <a:pPr indent="-336550" lvl="0" marL="457200" rtl="0" algn="l">
              <a:lnSpc>
                <a:spcPct val="90000"/>
              </a:lnSpc>
              <a:spcBef>
                <a:spcPts val="0"/>
              </a:spcBef>
              <a:spcAft>
                <a:spcPts val="0"/>
              </a:spcAft>
              <a:buClr>
                <a:schemeClr val="dk1"/>
              </a:buClr>
              <a:buSzPts val="1700"/>
              <a:buFont typeface="Arial"/>
              <a:buAutoNum type="arabicPeriod"/>
            </a:pPr>
            <a:r>
              <a:rPr b="1" lang="en-US" sz="1700">
                <a:solidFill>
                  <a:schemeClr val="dk1"/>
                </a:solidFill>
                <a:latin typeface="Arial"/>
                <a:ea typeface="Arial"/>
                <a:cs typeface="Arial"/>
                <a:sym typeface="Arial"/>
              </a:rPr>
              <a:t>Support Sustainable Farming</a:t>
            </a:r>
            <a:r>
              <a:rPr lang="en-US" sz="1700">
                <a:solidFill>
                  <a:schemeClr val="dk1"/>
                </a:solidFill>
                <a:latin typeface="Arial"/>
                <a:ea typeface="Arial"/>
                <a:cs typeface="Arial"/>
                <a:sym typeface="Arial"/>
              </a:rPr>
              <a:t>: Promote environmentally friendly and efficient agriculture.</a:t>
            </a:r>
            <a:endParaRPr sz="1700">
              <a:solidFill>
                <a:schemeClr val="dk1"/>
              </a:solidFill>
              <a:latin typeface="Arial"/>
              <a:ea typeface="Arial"/>
              <a:cs typeface="Arial"/>
              <a:sym typeface="Arial"/>
            </a:endParaRPr>
          </a:p>
          <a:p>
            <a:pPr indent="-336550" lvl="0" marL="457200" rtl="0" algn="l">
              <a:lnSpc>
                <a:spcPct val="90000"/>
              </a:lnSpc>
              <a:spcBef>
                <a:spcPts val="0"/>
              </a:spcBef>
              <a:spcAft>
                <a:spcPts val="0"/>
              </a:spcAft>
              <a:buClr>
                <a:schemeClr val="dk1"/>
              </a:buClr>
              <a:buSzPts val="1700"/>
              <a:buFont typeface="Arial"/>
              <a:buAutoNum type="arabicPeriod"/>
            </a:pPr>
            <a:r>
              <a:rPr b="1" lang="en-US" sz="1700">
                <a:solidFill>
                  <a:schemeClr val="dk1"/>
                </a:solidFill>
                <a:latin typeface="Arial"/>
                <a:ea typeface="Arial"/>
                <a:cs typeface="Arial"/>
                <a:sym typeface="Arial"/>
              </a:rPr>
              <a:t>Provide Easy Access</a:t>
            </a:r>
            <a:r>
              <a:rPr lang="en-US" sz="1700">
                <a:solidFill>
                  <a:schemeClr val="dk1"/>
                </a:solidFill>
                <a:latin typeface="Arial"/>
                <a:ea typeface="Arial"/>
                <a:cs typeface="Arial"/>
                <a:sym typeface="Arial"/>
              </a:rPr>
              <a:t>: Make predictions available via a user-friendly API for farmers.</a:t>
            </a:r>
            <a:endParaRPr sz="1700">
              <a:solidFill>
                <a:schemeClr val="dk1"/>
              </a:solidFill>
              <a:latin typeface="Arial"/>
              <a:ea typeface="Arial"/>
              <a:cs typeface="Arial"/>
              <a:sym typeface="Arial"/>
            </a:endParaRPr>
          </a:p>
          <a:p>
            <a:pPr indent="0" lvl="0" marL="0" rtl="0" algn="l">
              <a:lnSpc>
                <a:spcPct val="90000"/>
              </a:lnSpc>
              <a:spcBef>
                <a:spcPts val="1000"/>
              </a:spcBef>
              <a:spcAft>
                <a:spcPts val="0"/>
              </a:spcAft>
              <a:buNone/>
            </a:pPr>
            <a:r>
              <a:t/>
            </a:r>
            <a:endParaRPr sz="1800">
              <a:latin typeface="Arial"/>
              <a:ea typeface="Arial"/>
              <a:cs typeface="Arial"/>
              <a:sym typeface="Arial"/>
            </a:endParaRPr>
          </a:p>
          <a:p>
            <a:pPr indent="-228600" lvl="0" marL="228600" rtl="0" algn="l">
              <a:lnSpc>
                <a:spcPct val="90000"/>
              </a:lnSpc>
              <a:spcBef>
                <a:spcPts val="1000"/>
              </a:spcBef>
              <a:spcAft>
                <a:spcPts val="0"/>
              </a:spcAft>
              <a:buClr>
                <a:schemeClr val="lt1"/>
              </a:buClr>
              <a:buSzPts val="1800"/>
              <a:buFont typeface="Arial "/>
              <a:buChar char="•"/>
            </a:pPr>
            <a:r>
              <a:rPr lang="en-US" sz="1800">
                <a:latin typeface="Arial"/>
                <a:ea typeface="Arial"/>
                <a:cs typeface="Arial"/>
                <a:sym typeface="Arial"/>
              </a:rPr>
              <a:t>Machine Learning Model Objectives:</a:t>
            </a:r>
            <a:endParaRPr sz="1800">
              <a:latin typeface="Arial"/>
              <a:ea typeface="Arial"/>
              <a:cs typeface="Arial"/>
              <a:sym typeface="Arial"/>
            </a:endParaRPr>
          </a:p>
          <a:p>
            <a:pPr indent="-336550" lvl="0" marL="457200" rtl="0" algn="l">
              <a:lnSpc>
                <a:spcPct val="90000"/>
              </a:lnSpc>
              <a:spcBef>
                <a:spcPts val="0"/>
              </a:spcBef>
              <a:spcAft>
                <a:spcPts val="0"/>
              </a:spcAft>
              <a:buClr>
                <a:schemeClr val="dk1"/>
              </a:buClr>
              <a:buSzPts val="1700"/>
              <a:buFont typeface="Arial"/>
              <a:buAutoNum type="arabicPeriod"/>
            </a:pPr>
            <a:r>
              <a:rPr b="1" lang="en-US" sz="1700">
                <a:solidFill>
                  <a:schemeClr val="dk1"/>
                </a:solidFill>
                <a:latin typeface="Arial"/>
                <a:ea typeface="Arial"/>
                <a:cs typeface="Arial"/>
                <a:sym typeface="Arial"/>
              </a:rPr>
              <a:t>Real-Time Integration</a:t>
            </a:r>
            <a:r>
              <a:rPr lang="en-US" sz="1700">
                <a:solidFill>
                  <a:schemeClr val="dk1"/>
                </a:solidFill>
                <a:latin typeface="Arial"/>
                <a:ea typeface="Arial"/>
                <a:cs typeface="Arial"/>
                <a:sym typeface="Arial"/>
              </a:rPr>
              <a:t>: Adjust recommendations based on live environmental data.</a:t>
            </a:r>
            <a:endParaRPr sz="1700">
              <a:solidFill>
                <a:schemeClr val="dk1"/>
              </a:solidFill>
              <a:latin typeface="Arial"/>
              <a:ea typeface="Arial"/>
              <a:cs typeface="Arial"/>
              <a:sym typeface="Arial"/>
            </a:endParaRPr>
          </a:p>
          <a:p>
            <a:pPr indent="-336550" lvl="0" marL="457200" rtl="0" algn="l">
              <a:lnSpc>
                <a:spcPct val="90000"/>
              </a:lnSpc>
              <a:spcBef>
                <a:spcPts val="0"/>
              </a:spcBef>
              <a:spcAft>
                <a:spcPts val="0"/>
              </a:spcAft>
              <a:buClr>
                <a:schemeClr val="dk1"/>
              </a:buClr>
              <a:buSzPts val="1700"/>
              <a:buFont typeface="Arial"/>
              <a:buAutoNum type="arabicPeriod"/>
            </a:pPr>
            <a:r>
              <a:rPr b="1" lang="en-US" sz="1700">
                <a:solidFill>
                  <a:schemeClr val="dk1"/>
                </a:solidFill>
                <a:latin typeface="Arial"/>
                <a:ea typeface="Arial"/>
                <a:cs typeface="Arial"/>
                <a:sym typeface="Arial"/>
              </a:rPr>
              <a:t>Adapt to Different Conditions</a:t>
            </a:r>
            <a:r>
              <a:rPr lang="en-US" sz="1700">
                <a:solidFill>
                  <a:schemeClr val="dk1"/>
                </a:solidFill>
                <a:latin typeface="Arial"/>
                <a:ea typeface="Arial"/>
                <a:cs typeface="Arial"/>
                <a:sym typeface="Arial"/>
              </a:rPr>
              <a:t>: Work across various climates and crop types.</a:t>
            </a:r>
            <a:endParaRPr sz="1700">
              <a:solidFill>
                <a:schemeClr val="dk1"/>
              </a:solidFill>
              <a:latin typeface="Arial"/>
              <a:ea typeface="Arial"/>
              <a:cs typeface="Arial"/>
              <a:sym typeface="Arial"/>
            </a:endParaRPr>
          </a:p>
          <a:p>
            <a:pPr indent="-336550" lvl="0" marL="457200" rtl="0" algn="l">
              <a:lnSpc>
                <a:spcPct val="90000"/>
              </a:lnSpc>
              <a:spcBef>
                <a:spcPts val="0"/>
              </a:spcBef>
              <a:spcAft>
                <a:spcPts val="0"/>
              </a:spcAft>
              <a:buClr>
                <a:schemeClr val="dk1"/>
              </a:buClr>
              <a:buSzPts val="1700"/>
              <a:buFont typeface="Arial"/>
              <a:buAutoNum type="arabicPeriod"/>
            </a:pPr>
            <a:r>
              <a:rPr b="1" lang="en-US" sz="1700">
                <a:solidFill>
                  <a:schemeClr val="dk1"/>
                </a:solidFill>
                <a:latin typeface="Arial"/>
                <a:ea typeface="Arial"/>
                <a:cs typeface="Arial"/>
                <a:sym typeface="Arial"/>
              </a:rPr>
              <a:t>Scalable Solution</a:t>
            </a:r>
            <a:r>
              <a:rPr lang="en-US" sz="1700">
                <a:solidFill>
                  <a:schemeClr val="dk1"/>
                </a:solidFill>
                <a:latin typeface="Arial"/>
                <a:ea typeface="Arial"/>
                <a:cs typeface="Arial"/>
                <a:sym typeface="Arial"/>
              </a:rPr>
              <a:t>: Handle both small and large-scale agricultural operations.</a:t>
            </a:r>
            <a:endParaRPr sz="1700">
              <a:solidFill>
                <a:schemeClr val="dk1"/>
              </a:solidFill>
              <a:latin typeface="Arial"/>
              <a:ea typeface="Arial"/>
              <a:cs typeface="Arial"/>
              <a:sym typeface="Arial"/>
            </a:endParaRPr>
          </a:p>
        </p:txBody>
      </p:sp>
      <p:sp>
        <p:nvSpPr>
          <p:cNvPr id="288" name="Google Shape;288;g30723663de1_0_4"/>
          <p:cNvSpPr txBox="1"/>
          <p:nvPr/>
        </p:nvSpPr>
        <p:spPr>
          <a:xfrm>
            <a:off x="88776" y="177553"/>
            <a:ext cx="50661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Frontier Tech Leaders Programme Global Cohort 1</a:t>
            </a:r>
            <a:endParaRPr sz="1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7"/>
          <p:cNvSpPr txBox="1"/>
          <p:nvPr>
            <p:ph type="title"/>
          </p:nvPr>
        </p:nvSpPr>
        <p:spPr>
          <a:xfrm>
            <a:off x="1039653" y="1064779"/>
            <a:ext cx="10112695" cy="92125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C837"/>
              </a:buClr>
              <a:buSzPts val="4400"/>
              <a:buFont typeface="Calibri"/>
              <a:buNone/>
            </a:pPr>
            <a:r>
              <a:rPr b="1" lang="en-US"/>
              <a:t>SDG Relation</a:t>
            </a:r>
            <a:endParaRPr/>
          </a:p>
        </p:txBody>
      </p:sp>
      <p:sp>
        <p:nvSpPr>
          <p:cNvPr id="295" name="Google Shape;295;p7"/>
          <p:cNvSpPr txBox="1"/>
          <p:nvPr>
            <p:ph idx="1" type="body"/>
          </p:nvPr>
        </p:nvSpPr>
        <p:spPr>
          <a:xfrm>
            <a:off x="1049144" y="2007219"/>
            <a:ext cx="10093712" cy="4169743"/>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spcBef>
                <a:spcPts val="1000"/>
              </a:spcBef>
              <a:spcAft>
                <a:spcPts val="0"/>
              </a:spcAft>
              <a:buNone/>
            </a:pPr>
            <a:r>
              <a:rPr b="1" lang="en-US" sz="2000">
                <a:solidFill>
                  <a:schemeClr val="dk1"/>
                </a:solidFill>
                <a:latin typeface="Arial"/>
                <a:ea typeface="Arial"/>
                <a:cs typeface="Arial"/>
                <a:sym typeface="Arial"/>
              </a:rPr>
              <a:t>SDG 2: Zero Hunger</a:t>
            </a:r>
            <a:br>
              <a:rPr b="1"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Efficient irrigation increases agricultural productivity, improves crop yields, and enhances food security.</a:t>
            </a:r>
            <a:endParaRPr sz="2000">
              <a:solidFill>
                <a:schemeClr val="dk1"/>
              </a:solidFill>
              <a:latin typeface="Arial"/>
              <a:ea typeface="Arial"/>
              <a:cs typeface="Arial"/>
              <a:sym typeface="Arial"/>
            </a:endParaRPr>
          </a:p>
          <a:p>
            <a:pPr indent="0" lvl="0" marL="0" rtl="0" algn="l">
              <a:spcBef>
                <a:spcPts val="1000"/>
              </a:spcBef>
              <a:spcAft>
                <a:spcPts val="0"/>
              </a:spcAft>
              <a:buNone/>
            </a:pPr>
            <a:r>
              <a:rPr b="1" lang="en-US" sz="2000">
                <a:solidFill>
                  <a:schemeClr val="dk1"/>
                </a:solidFill>
                <a:latin typeface="Arial"/>
                <a:ea typeface="Arial"/>
                <a:cs typeface="Arial"/>
                <a:sym typeface="Arial"/>
              </a:rPr>
              <a:t>SDG 6: Clean Water and Sanitation</a:t>
            </a:r>
            <a:br>
              <a:rPr b="1"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Optimized irrigation conserves freshwater, promoting sustainable water management in agriculture.</a:t>
            </a:r>
            <a:endParaRPr sz="2000">
              <a:solidFill>
                <a:schemeClr val="dk1"/>
              </a:solidFill>
              <a:latin typeface="Arial"/>
              <a:ea typeface="Arial"/>
              <a:cs typeface="Arial"/>
              <a:sym typeface="Arial"/>
            </a:endParaRPr>
          </a:p>
          <a:p>
            <a:pPr indent="0" lvl="0" marL="0" rtl="0" algn="l">
              <a:spcBef>
                <a:spcPts val="1000"/>
              </a:spcBef>
              <a:spcAft>
                <a:spcPts val="0"/>
              </a:spcAft>
              <a:buNone/>
            </a:pPr>
            <a:r>
              <a:rPr b="1" lang="en-US" sz="2000">
                <a:solidFill>
                  <a:schemeClr val="dk1"/>
                </a:solidFill>
                <a:latin typeface="Arial"/>
                <a:ea typeface="Arial"/>
                <a:cs typeface="Arial"/>
                <a:sym typeface="Arial"/>
              </a:rPr>
              <a:t>SDG 13: Climate Action</a:t>
            </a:r>
            <a:br>
              <a:rPr b="1"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Smart irrigation reduces environmental harm, soil degradation, and lowers agriculture’s carbon footprint.</a:t>
            </a:r>
            <a:endParaRPr sz="2000">
              <a:solidFill>
                <a:schemeClr val="dk1"/>
              </a:solidFill>
              <a:latin typeface="Arial"/>
              <a:ea typeface="Arial"/>
              <a:cs typeface="Arial"/>
              <a:sym typeface="Arial"/>
            </a:endParaRPr>
          </a:p>
          <a:p>
            <a:pPr indent="0" lvl="0" marL="0" rtl="0" algn="l">
              <a:spcBef>
                <a:spcPts val="1000"/>
              </a:spcBef>
              <a:spcAft>
                <a:spcPts val="0"/>
              </a:spcAft>
              <a:buNone/>
            </a:pPr>
            <a:r>
              <a:rPr b="1" lang="en-US" sz="2000">
                <a:solidFill>
                  <a:schemeClr val="dk1"/>
                </a:solidFill>
                <a:latin typeface="Arial"/>
                <a:ea typeface="Arial"/>
                <a:cs typeface="Arial"/>
                <a:sym typeface="Arial"/>
              </a:rPr>
              <a:t>SDG 9: Industry, Innovation, and Infrastructure</a:t>
            </a:r>
            <a:br>
              <a:rPr b="1"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Using AI for irrigation fosters innovation and supports smart, sustainable agricultural infrastructure.</a:t>
            </a:r>
            <a:endParaRPr sz="2000">
              <a:solidFill>
                <a:schemeClr val="dk1"/>
              </a:solidFill>
              <a:latin typeface="Arial"/>
              <a:ea typeface="Arial"/>
              <a:cs typeface="Arial"/>
              <a:sym typeface="Arial"/>
            </a:endParaRPr>
          </a:p>
          <a:p>
            <a:pPr indent="0" lvl="0" marL="0" rtl="0" algn="l">
              <a:spcBef>
                <a:spcPts val="1000"/>
              </a:spcBef>
              <a:spcAft>
                <a:spcPts val="0"/>
              </a:spcAft>
              <a:buNone/>
            </a:pPr>
            <a:r>
              <a:rPr b="1" lang="en-US" sz="2000">
                <a:solidFill>
                  <a:schemeClr val="dk1"/>
                </a:solidFill>
                <a:latin typeface="Arial"/>
                <a:ea typeface="Arial"/>
                <a:cs typeface="Arial"/>
                <a:sym typeface="Arial"/>
              </a:rPr>
              <a:t>SDG 12: Responsible Consumption and Production</a:t>
            </a:r>
            <a:br>
              <a:rPr b="1"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Efficient water use in farming reduces waste and supports sustainable resource consumption.</a:t>
            </a:r>
            <a:endParaRPr sz="2000">
              <a:solidFill>
                <a:schemeClr val="dk1"/>
              </a:solidFill>
              <a:latin typeface="Arial"/>
              <a:ea typeface="Arial"/>
              <a:cs typeface="Arial"/>
              <a:sym typeface="Arial"/>
            </a:endParaRPr>
          </a:p>
          <a:p>
            <a:pPr indent="0" lvl="0" marL="0" rtl="0" algn="l">
              <a:spcBef>
                <a:spcPts val="1000"/>
              </a:spcBef>
              <a:spcAft>
                <a:spcPts val="0"/>
              </a:spcAft>
              <a:buNone/>
            </a:pPr>
            <a:r>
              <a:rPr b="1" lang="en-US" sz="2000">
                <a:solidFill>
                  <a:schemeClr val="dk1"/>
                </a:solidFill>
                <a:latin typeface="Arial"/>
                <a:ea typeface="Arial"/>
                <a:cs typeface="Arial"/>
                <a:sym typeface="Arial"/>
              </a:rPr>
              <a:t>SDG 15: Life on Land</a:t>
            </a:r>
            <a:br>
              <a:rPr b="1"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Proper irrigation protects ecosystems, preserves soil health, and supports sustainable land management.</a:t>
            </a:r>
            <a:endParaRPr sz="2000">
              <a:solidFill>
                <a:schemeClr val="dk1"/>
              </a:solidFill>
              <a:latin typeface="Arial"/>
              <a:ea typeface="Arial"/>
              <a:cs typeface="Arial"/>
              <a:sym typeface="Arial"/>
            </a:endParaRPr>
          </a:p>
          <a:p>
            <a:pPr indent="0" lvl="0" marL="0" rtl="0" algn="l">
              <a:lnSpc>
                <a:spcPct val="90000"/>
              </a:lnSpc>
              <a:spcBef>
                <a:spcPts val="1000"/>
              </a:spcBef>
              <a:spcAft>
                <a:spcPts val="0"/>
              </a:spcAft>
              <a:buClr>
                <a:schemeClr val="lt1"/>
              </a:buClr>
              <a:buSzPct val="100000"/>
              <a:buNone/>
            </a:pPr>
            <a:r>
              <a:t/>
            </a:r>
            <a:endParaRPr/>
          </a:p>
          <a:p>
            <a:pPr indent="0" lvl="0" marL="0" rtl="0" algn="l">
              <a:lnSpc>
                <a:spcPct val="90000"/>
              </a:lnSpc>
              <a:spcBef>
                <a:spcPts val="1000"/>
              </a:spcBef>
              <a:spcAft>
                <a:spcPts val="0"/>
              </a:spcAft>
              <a:buClr>
                <a:schemeClr val="lt1"/>
              </a:buClr>
              <a:buSzPct val="100000"/>
              <a:buNone/>
            </a:pPr>
            <a:r>
              <a:t/>
            </a:r>
            <a:endParaRPr/>
          </a:p>
        </p:txBody>
      </p:sp>
      <p:sp>
        <p:nvSpPr>
          <p:cNvPr id="296" name="Google Shape;296;p7"/>
          <p:cNvSpPr txBox="1"/>
          <p:nvPr/>
        </p:nvSpPr>
        <p:spPr>
          <a:xfrm>
            <a:off x="88776" y="177553"/>
            <a:ext cx="5066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Frontier Tech Leaders Programme Global Cohort 1</a:t>
            </a:r>
            <a:endParaRPr sz="12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C837"/>
              </a:buClr>
              <a:buSzPts val="6000"/>
              <a:buFont typeface="Calibri"/>
              <a:buNone/>
            </a:pPr>
            <a:r>
              <a:rPr lang="en-US"/>
              <a:t>Data</a:t>
            </a:r>
            <a:endParaRPr/>
          </a:p>
        </p:txBody>
      </p:sp>
      <p:sp>
        <p:nvSpPr>
          <p:cNvPr id="302" name="Google Shape;302;p8"/>
          <p:cNvSpPr txBox="1"/>
          <p:nvPr/>
        </p:nvSpPr>
        <p:spPr>
          <a:xfrm>
            <a:off x="88776" y="177553"/>
            <a:ext cx="5066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Frontier Tech Leaders Programme Global Cohort 1</a:t>
            </a:r>
            <a:endParaRPr sz="12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9"/>
          <p:cNvSpPr txBox="1"/>
          <p:nvPr>
            <p:ph type="title"/>
          </p:nvPr>
        </p:nvSpPr>
        <p:spPr>
          <a:xfrm>
            <a:off x="1039653" y="1064779"/>
            <a:ext cx="10112695" cy="92125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C837"/>
              </a:buClr>
              <a:buSzPts val="4400"/>
              <a:buFont typeface="Calibri"/>
              <a:buNone/>
            </a:pPr>
            <a:r>
              <a:rPr b="1" lang="en-US"/>
              <a:t>Data Collection </a:t>
            </a:r>
            <a:endParaRPr/>
          </a:p>
        </p:txBody>
      </p:sp>
      <p:sp>
        <p:nvSpPr>
          <p:cNvPr id="309" name="Google Shape;309;p9"/>
          <p:cNvSpPr txBox="1"/>
          <p:nvPr>
            <p:ph idx="1" type="body"/>
          </p:nvPr>
        </p:nvSpPr>
        <p:spPr>
          <a:xfrm>
            <a:off x="1049144" y="2007219"/>
            <a:ext cx="10093712" cy="4169743"/>
          </a:xfrm>
          <a:prstGeom prst="rect">
            <a:avLst/>
          </a:prstGeom>
          <a:noFill/>
          <a:ln>
            <a:noFill/>
          </a:ln>
        </p:spPr>
        <p:txBody>
          <a:bodyPr anchorCtr="0" anchor="t" bIns="45700" lIns="91425" spcFirstLastPara="1" rIns="91425" wrap="square" tIns="45700">
            <a:normAutofit fontScale="77500" lnSpcReduction="10000"/>
          </a:bodyPr>
          <a:lstStyle/>
          <a:p>
            <a:pPr indent="-210740" lvl="0" marL="228600" rtl="0" algn="l">
              <a:lnSpc>
                <a:spcPct val="90000"/>
              </a:lnSpc>
              <a:spcBef>
                <a:spcPts val="0"/>
              </a:spcBef>
              <a:spcAft>
                <a:spcPts val="0"/>
              </a:spcAft>
              <a:buClr>
                <a:schemeClr val="lt1"/>
              </a:buClr>
              <a:buSzPct val="100000"/>
              <a:buFont typeface="Arial"/>
              <a:buChar char="•"/>
            </a:pPr>
            <a:r>
              <a:rPr lang="en-US" sz="3250"/>
              <a:t>Smart Farming Data is dataset from kaggle.com consisting of a</a:t>
            </a:r>
            <a:r>
              <a:rPr lang="en-US" sz="3250">
                <a:solidFill>
                  <a:schemeClr val="dk1"/>
                </a:solidFill>
              </a:rPr>
              <a:t>gricultural data </a:t>
            </a:r>
            <a:r>
              <a:rPr lang="en-US" sz="3250">
                <a:solidFill>
                  <a:schemeClr val="dk1"/>
                </a:solidFill>
              </a:rPr>
              <a:t>gathered from various farms across California</a:t>
            </a:r>
            <a:endParaRPr sz="3250">
              <a:solidFill>
                <a:schemeClr val="dk1"/>
              </a:solidFill>
            </a:endParaRPr>
          </a:p>
          <a:p>
            <a:pPr indent="-210740" lvl="0" marL="228600" rtl="0" algn="l">
              <a:lnSpc>
                <a:spcPct val="90000"/>
              </a:lnSpc>
              <a:spcBef>
                <a:spcPts val="1000"/>
              </a:spcBef>
              <a:spcAft>
                <a:spcPts val="0"/>
              </a:spcAft>
              <a:buClr>
                <a:schemeClr val="lt1"/>
              </a:buClr>
              <a:buSzPct val="100000"/>
              <a:buFont typeface="Arial"/>
              <a:buChar char="•"/>
            </a:pPr>
            <a:r>
              <a:rPr lang="en-US" sz="3250"/>
              <a:t>U</a:t>
            </a:r>
            <a:r>
              <a:rPr lang="en-US" sz="3250"/>
              <a:t>sing some of the methods in the pandas library I checked for missing values, the lay out of the data, the mean, std, min and max values.</a:t>
            </a:r>
            <a:endParaRPr sz="3250"/>
          </a:p>
          <a:p>
            <a:pPr indent="-210740" lvl="0" marL="228600" rtl="0" algn="l">
              <a:lnSpc>
                <a:spcPct val="90000"/>
              </a:lnSpc>
              <a:spcBef>
                <a:spcPts val="1000"/>
              </a:spcBef>
              <a:spcAft>
                <a:spcPts val="0"/>
              </a:spcAft>
              <a:buSzPct val="100000"/>
              <a:buChar char="•"/>
            </a:pPr>
            <a:r>
              <a:rPr lang="en-US" sz="3250"/>
              <a:t>Using the matplotlib.pyplot library I used the boxplot method to find the outlier which were dealt with using the interquartile range formula.</a:t>
            </a:r>
            <a:endParaRPr sz="3250"/>
          </a:p>
          <a:p>
            <a:pPr indent="0" lvl="0" marL="228600" rtl="0" algn="l">
              <a:lnSpc>
                <a:spcPct val="90000"/>
              </a:lnSpc>
              <a:spcBef>
                <a:spcPts val="1000"/>
              </a:spcBef>
              <a:spcAft>
                <a:spcPts val="0"/>
              </a:spcAft>
              <a:buNone/>
            </a:pPr>
            <a:r>
              <a:t/>
            </a:r>
            <a:endParaRPr/>
          </a:p>
          <a:p>
            <a:pPr indent="-50800" lvl="0" marL="228600" rtl="0" algn="l">
              <a:lnSpc>
                <a:spcPct val="90000"/>
              </a:lnSpc>
              <a:spcBef>
                <a:spcPts val="1000"/>
              </a:spcBef>
              <a:spcAft>
                <a:spcPts val="0"/>
              </a:spcAft>
              <a:buClr>
                <a:schemeClr val="lt1"/>
              </a:buClr>
              <a:buSzPct val="100000"/>
              <a:buFont typeface="Arial"/>
              <a:buNone/>
            </a:pPr>
            <a:r>
              <a:t/>
            </a:r>
            <a:endParaRPr/>
          </a:p>
          <a:p>
            <a:pPr indent="-50800" lvl="0" marL="228600" rtl="0" algn="l">
              <a:lnSpc>
                <a:spcPct val="90000"/>
              </a:lnSpc>
              <a:spcBef>
                <a:spcPts val="1000"/>
              </a:spcBef>
              <a:spcAft>
                <a:spcPts val="0"/>
              </a:spcAft>
              <a:buClr>
                <a:schemeClr val="lt1"/>
              </a:buClr>
              <a:buSzPct val="100000"/>
              <a:buNone/>
            </a:pPr>
            <a:r>
              <a:t/>
            </a:r>
            <a:endParaRPr b="1" i="0" sz="2800" u="none" strike="noStrike">
              <a:solidFill>
                <a:srgbClr val="FFFFFF"/>
              </a:solidFill>
              <a:latin typeface="Calibri"/>
              <a:ea typeface="Calibri"/>
              <a:cs typeface="Calibri"/>
              <a:sym typeface="Calibri"/>
            </a:endParaRPr>
          </a:p>
          <a:p>
            <a:pPr indent="-50800" lvl="0" marL="228600" rtl="0" algn="l">
              <a:lnSpc>
                <a:spcPct val="90000"/>
              </a:lnSpc>
              <a:spcBef>
                <a:spcPts val="1000"/>
              </a:spcBef>
              <a:spcAft>
                <a:spcPts val="0"/>
              </a:spcAft>
              <a:buClr>
                <a:schemeClr val="lt1"/>
              </a:buClr>
              <a:buSzPct val="100000"/>
              <a:buNone/>
            </a:pPr>
            <a:r>
              <a:t/>
            </a:r>
            <a:endParaRPr b="1" i="0" sz="2800" u="none" strike="noStrike">
              <a:solidFill>
                <a:srgbClr val="FFFFFF"/>
              </a:solidFill>
              <a:latin typeface="Calibri"/>
              <a:ea typeface="Calibri"/>
              <a:cs typeface="Calibri"/>
              <a:sym typeface="Calibri"/>
            </a:endParaRPr>
          </a:p>
          <a:p>
            <a:pPr indent="-50800" lvl="0" marL="228600" rtl="0" algn="l">
              <a:lnSpc>
                <a:spcPct val="90000"/>
              </a:lnSpc>
              <a:spcBef>
                <a:spcPts val="1000"/>
              </a:spcBef>
              <a:spcAft>
                <a:spcPts val="0"/>
              </a:spcAft>
              <a:buClr>
                <a:schemeClr val="lt1"/>
              </a:buClr>
              <a:buSzPct val="100000"/>
              <a:buNone/>
            </a:pPr>
            <a:r>
              <a:t/>
            </a:r>
            <a:endParaRPr/>
          </a:p>
        </p:txBody>
      </p:sp>
      <p:sp>
        <p:nvSpPr>
          <p:cNvPr id="310" name="Google Shape;310;p9"/>
          <p:cNvSpPr txBox="1"/>
          <p:nvPr/>
        </p:nvSpPr>
        <p:spPr>
          <a:xfrm>
            <a:off x="88776" y="177553"/>
            <a:ext cx="5066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Frontier Tech Leaders Programme Global Cohort 1</a:t>
            </a:r>
            <a:endParaRPr sz="12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078032147c_0_3"/>
          <p:cNvSpPr txBox="1"/>
          <p:nvPr>
            <p:ph type="title"/>
          </p:nvPr>
        </p:nvSpPr>
        <p:spPr>
          <a:xfrm>
            <a:off x="1039653" y="1064779"/>
            <a:ext cx="10112700" cy="921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C837"/>
              </a:buClr>
              <a:buSzPts val="4400"/>
              <a:buFont typeface="Calibri"/>
              <a:buNone/>
            </a:pPr>
            <a:r>
              <a:rPr b="1" lang="en-US"/>
              <a:t>Data Collection </a:t>
            </a:r>
            <a:endParaRPr/>
          </a:p>
        </p:txBody>
      </p:sp>
      <p:sp>
        <p:nvSpPr>
          <p:cNvPr id="317" name="Google Shape;317;g3078032147c_0_3"/>
          <p:cNvSpPr txBox="1"/>
          <p:nvPr>
            <p:ph idx="1" type="body"/>
          </p:nvPr>
        </p:nvSpPr>
        <p:spPr>
          <a:xfrm>
            <a:off x="1049144" y="2007219"/>
            <a:ext cx="10093800" cy="4169700"/>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1000"/>
              </a:spcBef>
              <a:spcAft>
                <a:spcPts val="0"/>
              </a:spcAft>
              <a:buNone/>
            </a:pPr>
            <a:r>
              <a:t/>
            </a:r>
            <a:endParaRPr/>
          </a:p>
          <a:p>
            <a:pPr indent="0" lvl="0" marL="228600" rtl="0" algn="l">
              <a:lnSpc>
                <a:spcPct val="90000"/>
              </a:lnSpc>
              <a:spcBef>
                <a:spcPts val="1000"/>
              </a:spcBef>
              <a:spcAft>
                <a:spcPts val="0"/>
              </a:spcAft>
              <a:buNone/>
            </a:pPr>
            <a:r>
              <a:t/>
            </a:r>
            <a:endParaRPr/>
          </a:p>
          <a:p>
            <a:pPr indent="-50800" lvl="0" marL="228600" rtl="0" algn="l">
              <a:lnSpc>
                <a:spcPct val="90000"/>
              </a:lnSpc>
              <a:spcBef>
                <a:spcPts val="1000"/>
              </a:spcBef>
              <a:spcAft>
                <a:spcPts val="0"/>
              </a:spcAft>
              <a:buClr>
                <a:schemeClr val="lt1"/>
              </a:buClr>
              <a:buSzPts val="2800"/>
              <a:buFont typeface="Arial"/>
              <a:buNone/>
            </a:pPr>
            <a:r>
              <a:t/>
            </a:r>
            <a:endParaRPr/>
          </a:p>
          <a:p>
            <a:pPr indent="-50800" lvl="0" marL="228600" rtl="0" algn="l">
              <a:lnSpc>
                <a:spcPct val="90000"/>
              </a:lnSpc>
              <a:spcBef>
                <a:spcPts val="1000"/>
              </a:spcBef>
              <a:spcAft>
                <a:spcPts val="0"/>
              </a:spcAft>
              <a:buClr>
                <a:schemeClr val="lt1"/>
              </a:buClr>
              <a:buSzPts val="2800"/>
              <a:buNone/>
            </a:pPr>
            <a:r>
              <a:t/>
            </a:r>
            <a:endParaRPr b="1" i="0" sz="2800" u="none" strike="noStrike">
              <a:solidFill>
                <a:srgbClr val="FFFFFF"/>
              </a:solidFill>
              <a:latin typeface="Calibri"/>
              <a:ea typeface="Calibri"/>
              <a:cs typeface="Calibri"/>
              <a:sym typeface="Calibri"/>
            </a:endParaRPr>
          </a:p>
          <a:p>
            <a:pPr indent="-50800" lvl="0" marL="228600" rtl="0" algn="l">
              <a:lnSpc>
                <a:spcPct val="90000"/>
              </a:lnSpc>
              <a:spcBef>
                <a:spcPts val="1000"/>
              </a:spcBef>
              <a:spcAft>
                <a:spcPts val="0"/>
              </a:spcAft>
              <a:buClr>
                <a:schemeClr val="lt1"/>
              </a:buClr>
              <a:buSzPts val="2800"/>
              <a:buNone/>
            </a:pPr>
            <a:r>
              <a:t/>
            </a:r>
            <a:endParaRPr b="1" i="0" sz="2800" u="none" strike="noStrike">
              <a:solidFill>
                <a:srgbClr val="FFFFFF"/>
              </a:solidFill>
              <a:latin typeface="Calibri"/>
              <a:ea typeface="Calibri"/>
              <a:cs typeface="Calibri"/>
              <a:sym typeface="Calibri"/>
            </a:endParaRPr>
          </a:p>
          <a:p>
            <a:pPr indent="-50800" lvl="0" marL="228600" rtl="0" algn="l">
              <a:lnSpc>
                <a:spcPct val="90000"/>
              </a:lnSpc>
              <a:spcBef>
                <a:spcPts val="1000"/>
              </a:spcBef>
              <a:spcAft>
                <a:spcPts val="0"/>
              </a:spcAft>
              <a:buClr>
                <a:schemeClr val="lt1"/>
              </a:buClr>
              <a:buSzPts val="2800"/>
              <a:buNone/>
            </a:pPr>
            <a:r>
              <a:t/>
            </a:r>
            <a:endParaRPr/>
          </a:p>
        </p:txBody>
      </p:sp>
      <p:sp>
        <p:nvSpPr>
          <p:cNvPr id="318" name="Google Shape;318;g3078032147c_0_3"/>
          <p:cNvSpPr txBox="1"/>
          <p:nvPr/>
        </p:nvSpPr>
        <p:spPr>
          <a:xfrm>
            <a:off x="88776" y="177553"/>
            <a:ext cx="50661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Frontier Tech Leaders Programme Global Cohort 1</a:t>
            </a:r>
            <a:endParaRPr sz="1200">
              <a:solidFill>
                <a:schemeClr val="dk1"/>
              </a:solidFill>
              <a:latin typeface="Calibri"/>
              <a:ea typeface="Calibri"/>
              <a:cs typeface="Calibri"/>
              <a:sym typeface="Calibri"/>
            </a:endParaRPr>
          </a:p>
        </p:txBody>
      </p:sp>
      <p:pic>
        <p:nvPicPr>
          <p:cNvPr id="319" name="Google Shape;319;g3078032147c_0_3"/>
          <p:cNvPicPr preferRelativeResize="0"/>
          <p:nvPr/>
        </p:nvPicPr>
        <p:blipFill>
          <a:blip r:embed="rId3">
            <a:alphaModFix/>
          </a:blip>
          <a:stretch>
            <a:fillRect/>
          </a:stretch>
        </p:blipFill>
        <p:spPr>
          <a:xfrm>
            <a:off x="1334425" y="1824100"/>
            <a:ext cx="7953625" cy="46957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3078032147c_0_18"/>
          <p:cNvSpPr txBox="1"/>
          <p:nvPr>
            <p:ph type="title"/>
          </p:nvPr>
        </p:nvSpPr>
        <p:spPr>
          <a:xfrm>
            <a:off x="1039653" y="1064779"/>
            <a:ext cx="10112700" cy="921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Data Collection</a:t>
            </a:r>
            <a:endParaRPr/>
          </a:p>
        </p:txBody>
      </p:sp>
      <p:sp>
        <p:nvSpPr>
          <p:cNvPr id="326" name="Google Shape;326;g3078032147c_0_18"/>
          <p:cNvSpPr txBox="1"/>
          <p:nvPr>
            <p:ph idx="1" type="body"/>
          </p:nvPr>
        </p:nvSpPr>
        <p:spPr>
          <a:xfrm>
            <a:off x="1049144" y="2007219"/>
            <a:ext cx="10093800" cy="41697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327" name="Google Shape;327;g3078032147c_0_18"/>
          <p:cNvPicPr preferRelativeResize="0"/>
          <p:nvPr/>
        </p:nvPicPr>
        <p:blipFill>
          <a:blip r:embed="rId3">
            <a:alphaModFix/>
          </a:blip>
          <a:stretch>
            <a:fillRect/>
          </a:stretch>
        </p:blipFill>
        <p:spPr>
          <a:xfrm>
            <a:off x="817325" y="2007225"/>
            <a:ext cx="11038575" cy="44979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3078032147c_0_25"/>
          <p:cNvSpPr txBox="1"/>
          <p:nvPr>
            <p:ph type="title"/>
          </p:nvPr>
        </p:nvSpPr>
        <p:spPr>
          <a:xfrm>
            <a:off x="1039653" y="1064779"/>
            <a:ext cx="10112700" cy="921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Data Collection</a:t>
            </a:r>
            <a:endParaRPr/>
          </a:p>
        </p:txBody>
      </p:sp>
      <p:pic>
        <p:nvPicPr>
          <p:cNvPr id="334" name="Google Shape;334;g3078032147c_0_25"/>
          <p:cNvPicPr preferRelativeResize="0"/>
          <p:nvPr/>
        </p:nvPicPr>
        <p:blipFill>
          <a:blip r:embed="rId3">
            <a:alphaModFix/>
          </a:blip>
          <a:stretch>
            <a:fillRect/>
          </a:stretch>
        </p:blipFill>
        <p:spPr>
          <a:xfrm>
            <a:off x="867425" y="2007225"/>
            <a:ext cx="10847552" cy="40115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0"/>
          <p:cNvSpPr txBox="1"/>
          <p:nvPr>
            <p:ph type="title"/>
          </p:nvPr>
        </p:nvSpPr>
        <p:spPr>
          <a:xfrm>
            <a:off x="1039653" y="1064779"/>
            <a:ext cx="10112695" cy="92125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C837"/>
              </a:buClr>
              <a:buSzPct val="100000"/>
              <a:buFont typeface="Calibri"/>
              <a:buNone/>
            </a:pPr>
            <a:r>
              <a:rPr b="1" lang="en-US"/>
              <a:t>Exploratory Data Analysis (EDA) and Feature Engineering</a:t>
            </a:r>
            <a:endParaRPr/>
          </a:p>
        </p:txBody>
      </p:sp>
      <p:sp>
        <p:nvSpPr>
          <p:cNvPr id="341" name="Google Shape;341;p10"/>
          <p:cNvSpPr txBox="1"/>
          <p:nvPr>
            <p:ph idx="1" type="body"/>
          </p:nvPr>
        </p:nvSpPr>
        <p:spPr>
          <a:xfrm>
            <a:off x="1049150" y="2007226"/>
            <a:ext cx="10093800" cy="45282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lt1"/>
              </a:buClr>
              <a:buSzPts val="2800"/>
              <a:buFont typeface="Arial"/>
              <a:buChar char="•"/>
            </a:pPr>
            <a:r>
              <a:rPr lang="en-US"/>
              <a:t>I created only one feature which was the Nutrient Index which is the multiplication of Nitrogen(N), </a:t>
            </a:r>
            <a:r>
              <a:rPr lang="en-US"/>
              <a:t>Phosphorus</a:t>
            </a:r>
            <a:r>
              <a:rPr lang="en-US"/>
              <a:t>(P) and Potassium(K) divided by 3.</a:t>
            </a:r>
            <a:endParaRPr/>
          </a:p>
          <a:p>
            <a:pPr indent="-165100" lvl="0" marL="228600" rtl="0" algn="l">
              <a:lnSpc>
                <a:spcPct val="90000"/>
              </a:lnSpc>
              <a:spcBef>
                <a:spcPts val="0"/>
              </a:spcBef>
              <a:spcAft>
                <a:spcPts val="0"/>
              </a:spcAft>
              <a:buSzPts val="1800"/>
              <a:buChar char="•"/>
            </a:pPr>
            <a:r>
              <a:rPr lang="en-US"/>
              <a:t>I deemed features that were deleted redundant due to them having close to zero impact to the </a:t>
            </a:r>
            <a:r>
              <a:rPr lang="en-US"/>
              <a:t>model</a:t>
            </a:r>
            <a:r>
              <a:rPr lang="en-US"/>
              <a:t> and kept features where receiving data on them would on take the usage of a couple of sensors.</a:t>
            </a:r>
            <a:endParaRPr/>
          </a:p>
          <a:p>
            <a:pPr indent="-228600" lvl="0" marL="228600" rtl="0" algn="l">
              <a:lnSpc>
                <a:spcPct val="90000"/>
              </a:lnSpc>
              <a:spcBef>
                <a:spcPts val="1000"/>
              </a:spcBef>
              <a:spcAft>
                <a:spcPts val="0"/>
              </a:spcAft>
              <a:buClr>
                <a:schemeClr val="lt1"/>
              </a:buClr>
              <a:buSzPts val="2800"/>
              <a:buFont typeface="Arial"/>
              <a:buChar char="•"/>
            </a:pPr>
            <a:r>
              <a:rPr lang="en-US"/>
              <a:t>I had change some of the categorical data as they manually encoded. This would lead bias where the system would think the distance </a:t>
            </a:r>
            <a:r>
              <a:rPr lang="en-US"/>
              <a:t>between certain say loamy and clay is meaningful even if the categories are nominal.</a:t>
            </a:r>
            <a:endParaRPr/>
          </a:p>
          <a:p>
            <a:pPr indent="0" lvl="1" marL="457200" rtl="0" algn="l">
              <a:lnSpc>
                <a:spcPct val="90000"/>
              </a:lnSpc>
              <a:spcBef>
                <a:spcPts val="500"/>
              </a:spcBef>
              <a:spcAft>
                <a:spcPts val="0"/>
              </a:spcAft>
              <a:buClr>
                <a:schemeClr val="lt1"/>
              </a:buClr>
              <a:buSzPts val="2400"/>
              <a:buNone/>
            </a:pPr>
            <a:r>
              <a:t/>
            </a:r>
            <a:endParaRPr/>
          </a:p>
          <a:p>
            <a:pPr indent="-50800" lvl="0" marL="228600" rtl="0" algn="l">
              <a:lnSpc>
                <a:spcPct val="90000"/>
              </a:lnSpc>
              <a:spcBef>
                <a:spcPts val="1000"/>
              </a:spcBef>
              <a:spcAft>
                <a:spcPts val="0"/>
              </a:spcAft>
              <a:buClr>
                <a:schemeClr val="lt1"/>
              </a:buClr>
              <a:buSzPts val="2800"/>
              <a:buNone/>
            </a:pPr>
            <a:r>
              <a:t/>
            </a:r>
            <a:endParaRPr b="1" i="0" sz="2800" u="none" strike="noStrike">
              <a:solidFill>
                <a:srgbClr val="FFFFFF"/>
              </a:solidFill>
              <a:latin typeface="Calibri"/>
              <a:ea typeface="Calibri"/>
              <a:cs typeface="Calibri"/>
              <a:sym typeface="Calibri"/>
            </a:endParaRPr>
          </a:p>
          <a:p>
            <a:pPr indent="-50800" lvl="0" marL="228600" rtl="0" algn="l">
              <a:lnSpc>
                <a:spcPct val="90000"/>
              </a:lnSpc>
              <a:spcBef>
                <a:spcPts val="1000"/>
              </a:spcBef>
              <a:spcAft>
                <a:spcPts val="0"/>
              </a:spcAft>
              <a:buClr>
                <a:schemeClr val="lt1"/>
              </a:buClr>
              <a:buSzPts val="2800"/>
              <a:buNone/>
            </a:pPr>
            <a:r>
              <a:t/>
            </a:r>
            <a:endParaRPr/>
          </a:p>
        </p:txBody>
      </p:sp>
      <p:sp>
        <p:nvSpPr>
          <p:cNvPr id="342" name="Google Shape;342;p10"/>
          <p:cNvSpPr txBox="1"/>
          <p:nvPr/>
        </p:nvSpPr>
        <p:spPr>
          <a:xfrm>
            <a:off x="88776" y="177553"/>
            <a:ext cx="5066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Frontier Tech Leaders Programme Global Cohort 1</a:t>
            </a:r>
            <a:endParaRPr sz="1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078032147c_0_33"/>
          <p:cNvSpPr txBox="1"/>
          <p:nvPr>
            <p:ph type="title"/>
          </p:nvPr>
        </p:nvSpPr>
        <p:spPr>
          <a:xfrm>
            <a:off x="1039653" y="1064779"/>
            <a:ext cx="10112700" cy="921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EDA and Feature Engineering</a:t>
            </a:r>
            <a:endParaRPr/>
          </a:p>
        </p:txBody>
      </p:sp>
      <p:sp>
        <p:nvSpPr>
          <p:cNvPr id="349" name="Google Shape;349;g3078032147c_0_33"/>
          <p:cNvSpPr txBox="1"/>
          <p:nvPr>
            <p:ph idx="1" type="body"/>
          </p:nvPr>
        </p:nvSpPr>
        <p:spPr>
          <a:xfrm>
            <a:off x="1049144" y="2007219"/>
            <a:ext cx="10093800" cy="41697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350" name="Google Shape;350;g3078032147c_0_33"/>
          <p:cNvPicPr preferRelativeResize="0"/>
          <p:nvPr/>
        </p:nvPicPr>
        <p:blipFill>
          <a:blip r:embed="rId3">
            <a:alphaModFix/>
          </a:blip>
          <a:stretch>
            <a:fillRect/>
          </a:stretch>
        </p:blipFill>
        <p:spPr>
          <a:xfrm>
            <a:off x="1049150" y="1986075"/>
            <a:ext cx="10352676" cy="4169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3078032147c_0_40"/>
          <p:cNvSpPr txBox="1"/>
          <p:nvPr>
            <p:ph type="title"/>
          </p:nvPr>
        </p:nvSpPr>
        <p:spPr>
          <a:xfrm>
            <a:off x="1039653" y="1064779"/>
            <a:ext cx="10112700" cy="921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EDA and Feature Engineering</a:t>
            </a:r>
            <a:endParaRPr/>
          </a:p>
        </p:txBody>
      </p:sp>
      <p:sp>
        <p:nvSpPr>
          <p:cNvPr id="357" name="Google Shape;357;g3078032147c_0_40"/>
          <p:cNvSpPr txBox="1"/>
          <p:nvPr>
            <p:ph idx="1" type="body"/>
          </p:nvPr>
        </p:nvSpPr>
        <p:spPr>
          <a:xfrm>
            <a:off x="1049144" y="2007219"/>
            <a:ext cx="10093800" cy="41697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358" name="Google Shape;358;g3078032147c_0_40"/>
          <p:cNvPicPr preferRelativeResize="0"/>
          <p:nvPr/>
        </p:nvPicPr>
        <p:blipFill>
          <a:blip r:embed="rId3">
            <a:alphaModFix/>
          </a:blip>
          <a:stretch>
            <a:fillRect/>
          </a:stretch>
        </p:blipFill>
        <p:spPr>
          <a:xfrm>
            <a:off x="770350" y="2007225"/>
            <a:ext cx="10372601" cy="45125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1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C837"/>
              </a:buClr>
              <a:buSzPts val="6000"/>
              <a:buFont typeface="Calibri"/>
              <a:buNone/>
            </a:pPr>
            <a:r>
              <a:rPr lang="en-US"/>
              <a:t>Model</a:t>
            </a:r>
            <a:endParaRPr/>
          </a:p>
        </p:txBody>
      </p:sp>
      <p:sp>
        <p:nvSpPr>
          <p:cNvPr id="364" name="Google Shape;364;p11"/>
          <p:cNvSpPr txBox="1"/>
          <p:nvPr/>
        </p:nvSpPr>
        <p:spPr>
          <a:xfrm>
            <a:off x="88776" y="177553"/>
            <a:ext cx="5066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Frontier Tech Leaders Programme Global Cohort 1</a:t>
            </a:r>
            <a:endParaRPr sz="12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2"/>
          <p:cNvSpPr txBox="1"/>
          <p:nvPr>
            <p:ph type="title"/>
          </p:nvPr>
        </p:nvSpPr>
        <p:spPr>
          <a:xfrm>
            <a:off x="1039653" y="1064779"/>
            <a:ext cx="10112695" cy="92125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C837"/>
              </a:buClr>
              <a:buSzPts val="4400"/>
              <a:buFont typeface="Calibri"/>
              <a:buNone/>
            </a:pPr>
            <a:r>
              <a:rPr b="1" lang="en-US"/>
              <a:t>Model Selection and Training</a:t>
            </a:r>
            <a:endParaRPr/>
          </a:p>
        </p:txBody>
      </p:sp>
      <p:sp>
        <p:nvSpPr>
          <p:cNvPr id="370" name="Google Shape;370;p12"/>
          <p:cNvSpPr txBox="1"/>
          <p:nvPr>
            <p:ph idx="1" type="body"/>
          </p:nvPr>
        </p:nvSpPr>
        <p:spPr>
          <a:xfrm>
            <a:off x="1049144" y="2007219"/>
            <a:ext cx="10093712" cy="416974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1000"/>
              </a:spcBef>
              <a:spcAft>
                <a:spcPts val="0"/>
              </a:spcAft>
              <a:buClr>
                <a:schemeClr val="lt1"/>
              </a:buClr>
              <a:buSzPts val="2800"/>
              <a:buFont typeface="Arial"/>
              <a:buChar char="•"/>
            </a:pPr>
            <a:r>
              <a:rPr lang="en-US"/>
              <a:t>I run tests on a bunch of models to find the model with the highest accuracy.</a:t>
            </a:r>
            <a:endParaRPr/>
          </a:p>
          <a:p>
            <a:pPr indent="-228600" lvl="0" marL="228600" rtl="0" algn="l">
              <a:lnSpc>
                <a:spcPct val="90000"/>
              </a:lnSpc>
              <a:spcBef>
                <a:spcPts val="1000"/>
              </a:spcBef>
              <a:spcAft>
                <a:spcPts val="0"/>
              </a:spcAft>
              <a:buClr>
                <a:schemeClr val="lt1"/>
              </a:buClr>
              <a:buSzPts val="2800"/>
              <a:buFont typeface="Arial"/>
              <a:buChar char="•"/>
            </a:pPr>
            <a:r>
              <a:rPr lang="en-US"/>
              <a:t>During initial tests all models didn’t get an accuracy </a:t>
            </a:r>
            <a:r>
              <a:rPr lang="en-US"/>
              <a:t>above 20% on the test set</a:t>
            </a:r>
            <a:endParaRPr/>
          </a:p>
          <a:p>
            <a:pPr indent="0" lvl="0" marL="228600" rtl="0" algn="l">
              <a:lnSpc>
                <a:spcPct val="90000"/>
              </a:lnSpc>
              <a:spcBef>
                <a:spcPts val="1000"/>
              </a:spcBef>
              <a:spcAft>
                <a:spcPts val="0"/>
              </a:spcAft>
              <a:buNone/>
            </a:pPr>
            <a:r>
              <a:t/>
            </a:r>
            <a:endParaRPr b="1"/>
          </a:p>
          <a:p>
            <a:pPr indent="0" lvl="2" marL="914400" rtl="0" algn="l">
              <a:lnSpc>
                <a:spcPct val="90000"/>
              </a:lnSpc>
              <a:spcBef>
                <a:spcPts val="500"/>
              </a:spcBef>
              <a:spcAft>
                <a:spcPts val="0"/>
              </a:spcAft>
              <a:buClr>
                <a:schemeClr val="lt1"/>
              </a:buClr>
              <a:buSzPts val="2000"/>
              <a:buNone/>
            </a:pPr>
            <a:r>
              <a:t/>
            </a:r>
            <a:endParaRPr/>
          </a:p>
          <a:p>
            <a:pPr indent="-50800" lvl="0" marL="228600" rtl="0" algn="l">
              <a:lnSpc>
                <a:spcPct val="90000"/>
              </a:lnSpc>
              <a:spcBef>
                <a:spcPts val="1000"/>
              </a:spcBef>
              <a:spcAft>
                <a:spcPts val="0"/>
              </a:spcAft>
              <a:buClr>
                <a:schemeClr val="lt1"/>
              </a:buClr>
              <a:buSzPts val="2800"/>
              <a:buNone/>
            </a:pPr>
            <a:r>
              <a:t/>
            </a:r>
            <a:endParaRPr/>
          </a:p>
        </p:txBody>
      </p:sp>
      <p:sp>
        <p:nvSpPr>
          <p:cNvPr id="371" name="Google Shape;371;p12"/>
          <p:cNvSpPr txBox="1"/>
          <p:nvPr/>
        </p:nvSpPr>
        <p:spPr>
          <a:xfrm>
            <a:off x="88776" y="177553"/>
            <a:ext cx="5066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Frontier Tech Leaders Programme Global Cohort 1</a:t>
            </a:r>
            <a:endParaRPr sz="12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13"/>
          <p:cNvSpPr txBox="1"/>
          <p:nvPr>
            <p:ph type="title"/>
          </p:nvPr>
        </p:nvSpPr>
        <p:spPr>
          <a:xfrm>
            <a:off x="1039653" y="1064779"/>
            <a:ext cx="10112695" cy="92125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C837"/>
              </a:buClr>
              <a:buSzPct val="100000"/>
              <a:buFont typeface="Calibri"/>
              <a:buNone/>
            </a:pPr>
            <a:r>
              <a:rPr b="1" lang="en-US"/>
              <a:t>Model Evaluation and Hyperparameter Tuning</a:t>
            </a:r>
            <a:endParaRPr/>
          </a:p>
        </p:txBody>
      </p:sp>
      <p:sp>
        <p:nvSpPr>
          <p:cNvPr id="377" name="Google Shape;377;p13"/>
          <p:cNvSpPr txBox="1"/>
          <p:nvPr>
            <p:ph idx="1" type="body"/>
          </p:nvPr>
        </p:nvSpPr>
        <p:spPr>
          <a:xfrm>
            <a:off x="1049144" y="2007219"/>
            <a:ext cx="10093712" cy="416974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400"/>
              <a:buFont typeface="Arial"/>
              <a:buChar char="•"/>
            </a:pPr>
            <a:r>
              <a:rPr lang="en-US" sz="2400"/>
              <a:t>Evaluation metrics and visualizations</a:t>
            </a:r>
            <a:endParaRPr/>
          </a:p>
          <a:p>
            <a:pPr indent="-228600" lvl="0" marL="228600" rtl="0" algn="l">
              <a:lnSpc>
                <a:spcPct val="90000"/>
              </a:lnSpc>
              <a:spcBef>
                <a:spcPts val="1000"/>
              </a:spcBef>
              <a:spcAft>
                <a:spcPts val="0"/>
              </a:spcAft>
              <a:buClr>
                <a:schemeClr val="lt1"/>
              </a:buClr>
              <a:buSzPts val="2400"/>
              <a:buFont typeface="Arial"/>
              <a:buChar char="•"/>
            </a:pPr>
            <a:r>
              <a:rPr lang="en-US" sz="2400"/>
              <a:t>Highlight the model's performance</a:t>
            </a:r>
            <a:endParaRPr sz="2400"/>
          </a:p>
          <a:p>
            <a:pPr indent="-228600" lvl="0" marL="228600" rtl="0" algn="l">
              <a:lnSpc>
                <a:spcPct val="90000"/>
              </a:lnSpc>
              <a:spcBef>
                <a:spcPts val="1000"/>
              </a:spcBef>
              <a:spcAft>
                <a:spcPts val="0"/>
              </a:spcAft>
              <a:buClr>
                <a:schemeClr val="lt1"/>
              </a:buClr>
              <a:buSzPts val="2400"/>
              <a:buFont typeface="Arial"/>
              <a:buChar char="•"/>
            </a:pPr>
            <a:r>
              <a:rPr lang="en-US" sz="2400"/>
              <a:t>Details on any hyperparameter tuning performed and Impact on model performance</a:t>
            </a:r>
            <a:endParaRPr/>
          </a:p>
          <a:p>
            <a:pPr indent="-50800" lvl="0" marL="228600" rtl="0" algn="l">
              <a:lnSpc>
                <a:spcPct val="90000"/>
              </a:lnSpc>
              <a:spcBef>
                <a:spcPts val="1000"/>
              </a:spcBef>
              <a:spcAft>
                <a:spcPts val="0"/>
              </a:spcAft>
              <a:buClr>
                <a:schemeClr val="lt1"/>
              </a:buClr>
              <a:buSzPts val="2800"/>
              <a:buNone/>
            </a:pPr>
            <a:r>
              <a:t/>
            </a:r>
            <a:endParaRPr b="1" i="0" sz="2800" u="none" strike="noStrike">
              <a:solidFill>
                <a:srgbClr val="FFFFFF"/>
              </a:solidFill>
              <a:latin typeface="Calibri"/>
              <a:ea typeface="Calibri"/>
              <a:cs typeface="Calibri"/>
              <a:sym typeface="Calibri"/>
            </a:endParaRPr>
          </a:p>
          <a:p>
            <a:pPr indent="-50800" lvl="0" marL="228600" rtl="0" algn="l">
              <a:lnSpc>
                <a:spcPct val="90000"/>
              </a:lnSpc>
              <a:spcBef>
                <a:spcPts val="1000"/>
              </a:spcBef>
              <a:spcAft>
                <a:spcPts val="0"/>
              </a:spcAft>
              <a:buClr>
                <a:schemeClr val="lt1"/>
              </a:buClr>
              <a:buSzPts val="2800"/>
              <a:buNone/>
            </a:pPr>
            <a:r>
              <a:t/>
            </a:r>
            <a:endParaRPr/>
          </a:p>
        </p:txBody>
      </p:sp>
      <p:sp>
        <p:nvSpPr>
          <p:cNvPr id="378" name="Google Shape;378;p13"/>
          <p:cNvSpPr txBox="1"/>
          <p:nvPr/>
        </p:nvSpPr>
        <p:spPr>
          <a:xfrm>
            <a:off x="88776" y="177553"/>
            <a:ext cx="5066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Frontier Tech Leaders Programme Global Cohort 1</a:t>
            </a:r>
            <a:endParaRPr sz="12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14"/>
          <p:cNvSpPr txBox="1"/>
          <p:nvPr>
            <p:ph type="title"/>
          </p:nvPr>
        </p:nvSpPr>
        <p:spPr>
          <a:xfrm>
            <a:off x="1039653" y="1064779"/>
            <a:ext cx="10112695" cy="92125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C837"/>
              </a:buClr>
              <a:buSzPts val="4400"/>
              <a:buFont typeface="Calibri"/>
              <a:buNone/>
            </a:pPr>
            <a:r>
              <a:rPr b="1" lang="en-US"/>
              <a:t>Model Refinement and Testing</a:t>
            </a:r>
            <a:endParaRPr/>
          </a:p>
        </p:txBody>
      </p:sp>
      <p:sp>
        <p:nvSpPr>
          <p:cNvPr id="384" name="Google Shape;384;p14"/>
          <p:cNvSpPr txBox="1"/>
          <p:nvPr>
            <p:ph idx="1" type="body"/>
          </p:nvPr>
        </p:nvSpPr>
        <p:spPr>
          <a:xfrm>
            <a:off x="1049144" y="2007219"/>
            <a:ext cx="10093712" cy="416974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lt1"/>
              </a:buClr>
              <a:buSzPts val="2800"/>
              <a:buFont typeface="Arial"/>
              <a:buChar char="•"/>
            </a:pPr>
            <a:r>
              <a:rPr lang="en-US"/>
              <a:t>Due to the poor results on the test set. I had an overfitting problem so I created augmented data using gretel.ai.</a:t>
            </a:r>
            <a:endParaRPr/>
          </a:p>
          <a:p>
            <a:pPr indent="-228600" lvl="0" marL="228600" rtl="0" algn="l">
              <a:lnSpc>
                <a:spcPct val="90000"/>
              </a:lnSpc>
              <a:spcBef>
                <a:spcPts val="1000"/>
              </a:spcBef>
              <a:spcAft>
                <a:spcPts val="0"/>
              </a:spcAft>
              <a:buClr>
                <a:schemeClr val="lt1"/>
              </a:buClr>
              <a:buSzPts val="2800"/>
              <a:buFont typeface="Arial"/>
              <a:buChar char="•"/>
            </a:pPr>
            <a:r>
              <a:rPr lang="en-US"/>
              <a:t>I deleted some features and cut down the frequency types to three. [3,4,6]</a:t>
            </a:r>
            <a:endParaRPr/>
          </a:p>
          <a:p>
            <a:pPr indent="-165100" lvl="0" marL="228600" rtl="0" algn="l">
              <a:lnSpc>
                <a:spcPct val="90000"/>
              </a:lnSpc>
              <a:spcBef>
                <a:spcPts val="1000"/>
              </a:spcBef>
              <a:spcAft>
                <a:spcPts val="0"/>
              </a:spcAft>
              <a:buSzPts val="1800"/>
              <a:buChar char="•"/>
            </a:pPr>
            <a:r>
              <a:rPr lang="en-US"/>
              <a:t>By doing this I made my model predict between 3 different classes. This way I could improve the accuracy.</a:t>
            </a:r>
            <a:endParaRPr/>
          </a:p>
          <a:p>
            <a:pPr indent="0" lvl="0" marL="0" rtl="0" algn="l">
              <a:lnSpc>
                <a:spcPct val="90000"/>
              </a:lnSpc>
              <a:spcBef>
                <a:spcPts val="1000"/>
              </a:spcBef>
              <a:spcAft>
                <a:spcPts val="0"/>
              </a:spcAft>
              <a:buNone/>
            </a:pPr>
            <a:r>
              <a:t/>
            </a:r>
            <a:endParaRPr/>
          </a:p>
          <a:p>
            <a:pPr indent="-50800" lvl="0" marL="228600" rtl="0" algn="l">
              <a:lnSpc>
                <a:spcPct val="90000"/>
              </a:lnSpc>
              <a:spcBef>
                <a:spcPts val="1000"/>
              </a:spcBef>
              <a:spcAft>
                <a:spcPts val="0"/>
              </a:spcAft>
              <a:buClr>
                <a:schemeClr val="lt1"/>
              </a:buClr>
              <a:buSzPts val="2800"/>
              <a:buNone/>
            </a:pPr>
            <a:r>
              <a:t/>
            </a:r>
            <a:endParaRPr b="1" i="0" sz="2800" u="none" strike="noStrike">
              <a:solidFill>
                <a:srgbClr val="FFFFFF"/>
              </a:solidFill>
              <a:latin typeface="Calibri"/>
              <a:ea typeface="Calibri"/>
              <a:cs typeface="Calibri"/>
              <a:sym typeface="Calibri"/>
            </a:endParaRPr>
          </a:p>
          <a:p>
            <a:pPr indent="-50800" lvl="0" marL="228600" rtl="0" algn="l">
              <a:lnSpc>
                <a:spcPct val="90000"/>
              </a:lnSpc>
              <a:spcBef>
                <a:spcPts val="1000"/>
              </a:spcBef>
              <a:spcAft>
                <a:spcPts val="0"/>
              </a:spcAft>
              <a:buClr>
                <a:schemeClr val="lt1"/>
              </a:buClr>
              <a:buSzPts val="2800"/>
              <a:buNone/>
            </a:pPr>
            <a:r>
              <a:t/>
            </a:r>
            <a:endParaRPr/>
          </a:p>
        </p:txBody>
      </p:sp>
      <p:sp>
        <p:nvSpPr>
          <p:cNvPr id="385" name="Google Shape;385;p14"/>
          <p:cNvSpPr txBox="1"/>
          <p:nvPr/>
        </p:nvSpPr>
        <p:spPr>
          <a:xfrm>
            <a:off x="88776" y="177553"/>
            <a:ext cx="5066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Frontier Tech Leaders Programme Global Cohort 1</a:t>
            </a:r>
            <a:endParaRPr sz="12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3078032147c_0_52"/>
          <p:cNvSpPr txBox="1"/>
          <p:nvPr>
            <p:ph type="title"/>
          </p:nvPr>
        </p:nvSpPr>
        <p:spPr>
          <a:xfrm>
            <a:off x="1039653" y="1064779"/>
            <a:ext cx="10112700" cy="921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Model Refinement and Test</a:t>
            </a:r>
            <a:endParaRPr/>
          </a:p>
        </p:txBody>
      </p:sp>
      <p:sp>
        <p:nvSpPr>
          <p:cNvPr id="392" name="Google Shape;392;g3078032147c_0_52"/>
          <p:cNvSpPr txBox="1"/>
          <p:nvPr>
            <p:ph idx="1" type="body"/>
          </p:nvPr>
        </p:nvSpPr>
        <p:spPr>
          <a:xfrm>
            <a:off x="1049144" y="2007219"/>
            <a:ext cx="10093800" cy="41697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393" name="Google Shape;393;g3078032147c_0_52"/>
          <p:cNvPicPr preferRelativeResize="0"/>
          <p:nvPr/>
        </p:nvPicPr>
        <p:blipFill>
          <a:blip r:embed="rId3">
            <a:alphaModFix/>
          </a:blip>
          <a:stretch>
            <a:fillRect/>
          </a:stretch>
        </p:blipFill>
        <p:spPr>
          <a:xfrm>
            <a:off x="1049150" y="1892125"/>
            <a:ext cx="10960275" cy="4744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1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C837"/>
              </a:buClr>
              <a:buSzPts val="6000"/>
              <a:buFont typeface="Calibri"/>
              <a:buNone/>
            </a:pPr>
            <a:r>
              <a:rPr lang="en-US"/>
              <a:t>Results</a:t>
            </a:r>
            <a:endParaRPr/>
          </a:p>
        </p:txBody>
      </p:sp>
      <p:sp>
        <p:nvSpPr>
          <p:cNvPr id="399" name="Google Shape;399;p15"/>
          <p:cNvSpPr txBox="1"/>
          <p:nvPr/>
        </p:nvSpPr>
        <p:spPr>
          <a:xfrm>
            <a:off x="88776" y="177553"/>
            <a:ext cx="5066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Frontier Tech Leaders Programme Global Cohort 1</a:t>
            </a:r>
            <a:endParaRPr sz="12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16"/>
          <p:cNvSpPr txBox="1"/>
          <p:nvPr>
            <p:ph type="title"/>
          </p:nvPr>
        </p:nvSpPr>
        <p:spPr>
          <a:xfrm>
            <a:off x="1039653" y="1064779"/>
            <a:ext cx="10112695" cy="92125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C837"/>
              </a:buClr>
              <a:buSzPts val="4400"/>
              <a:buFont typeface="Calibri"/>
              <a:buNone/>
            </a:pPr>
            <a:r>
              <a:rPr b="1" lang="en-US"/>
              <a:t>Evaluation Results</a:t>
            </a:r>
            <a:endParaRPr/>
          </a:p>
        </p:txBody>
      </p:sp>
      <p:sp>
        <p:nvSpPr>
          <p:cNvPr id="405" name="Google Shape;405;p16"/>
          <p:cNvSpPr txBox="1"/>
          <p:nvPr>
            <p:ph idx="1" type="body"/>
          </p:nvPr>
        </p:nvSpPr>
        <p:spPr>
          <a:xfrm>
            <a:off x="1049144" y="2007219"/>
            <a:ext cx="10093712" cy="4169743"/>
          </a:xfrm>
          <a:prstGeom prst="rect">
            <a:avLst/>
          </a:prstGeom>
          <a:noFill/>
          <a:ln>
            <a:noFill/>
          </a:ln>
        </p:spPr>
        <p:txBody>
          <a:bodyPr anchorCtr="0" anchor="t" bIns="45700" lIns="91425" spcFirstLastPara="1" rIns="91425" wrap="square" tIns="45700">
            <a:noAutofit/>
          </a:bodyPr>
          <a:lstStyle/>
          <a:p>
            <a:pPr indent="0" lvl="0" marL="228600" rtl="0" algn="l">
              <a:lnSpc>
                <a:spcPct val="90000"/>
              </a:lnSpc>
              <a:spcBef>
                <a:spcPts val="0"/>
              </a:spcBef>
              <a:spcAft>
                <a:spcPts val="0"/>
              </a:spcAft>
              <a:buNone/>
            </a:pPr>
            <a:r>
              <a:t/>
            </a:r>
            <a:endParaRPr/>
          </a:p>
        </p:txBody>
      </p:sp>
      <p:sp>
        <p:nvSpPr>
          <p:cNvPr id="406" name="Google Shape;406;p16"/>
          <p:cNvSpPr txBox="1"/>
          <p:nvPr/>
        </p:nvSpPr>
        <p:spPr>
          <a:xfrm>
            <a:off x="88776" y="177553"/>
            <a:ext cx="5066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Frontier Tech Leaders Programme Global Cohort 1</a:t>
            </a:r>
            <a:endParaRPr sz="1200">
              <a:solidFill>
                <a:schemeClr val="dk1"/>
              </a:solidFill>
              <a:latin typeface="Calibri"/>
              <a:ea typeface="Calibri"/>
              <a:cs typeface="Calibri"/>
              <a:sym typeface="Calibri"/>
            </a:endParaRPr>
          </a:p>
        </p:txBody>
      </p:sp>
      <p:pic>
        <p:nvPicPr>
          <p:cNvPr id="407" name="Google Shape;407;p16"/>
          <p:cNvPicPr preferRelativeResize="0"/>
          <p:nvPr/>
        </p:nvPicPr>
        <p:blipFill>
          <a:blip r:embed="rId3">
            <a:alphaModFix/>
          </a:blip>
          <a:stretch>
            <a:fillRect/>
          </a:stretch>
        </p:blipFill>
        <p:spPr>
          <a:xfrm>
            <a:off x="1039650" y="2039225"/>
            <a:ext cx="10112701" cy="41057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17"/>
          <p:cNvSpPr txBox="1"/>
          <p:nvPr>
            <p:ph type="title"/>
          </p:nvPr>
        </p:nvSpPr>
        <p:spPr>
          <a:xfrm>
            <a:off x="1039653" y="1064779"/>
            <a:ext cx="10112695" cy="92125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C837"/>
              </a:buClr>
              <a:buSzPts val="4400"/>
              <a:buFont typeface="Calibri"/>
              <a:buNone/>
            </a:pPr>
            <a:r>
              <a:rPr b="1" lang="en-US"/>
              <a:t>Deployment</a:t>
            </a:r>
            <a:endParaRPr/>
          </a:p>
        </p:txBody>
      </p:sp>
      <p:sp>
        <p:nvSpPr>
          <p:cNvPr id="413" name="Google Shape;413;p17"/>
          <p:cNvSpPr txBox="1"/>
          <p:nvPr>
            <p:ph idx="1" type="body"/>
          </p:nvPr>
        </p:nvSpPr>
        <p:spPr>
          <a:xfrm>
            <a:off x="1049144" y="2007219"/>
            <a:ext cx="10093712" cy="4169743"/>
          </a:xfrm>
          <a:prstGeom prst="rect">
            <a:avLst/>
          </a:prstGeom>
          <a:noFill/>
          <a:ln>
            <a:noFill/>
          </a:ln>
        </p:spPr>
        <p:txBody>
          <a:bodyPr anchorCtr="0" anchor="t" bIns="45700" lIns="91425" spcFirstLastPara="1" rIns="91425" wrap="square" tIns="45700">
            <a:noAutofit/>
          </a:bodyPr>
          <a:lstStyle/>
          <a:p>
            <a:pPr indent="-254000" lvl="0" marL="228600" rtl="0" algn="l">
              <a:lnSpc>
                <a:spcPct val="90000"/>
              </a:lnSpc>
              <a:spcBef>
                <a:spcPts val="0"/>
              </a:spcBef>
              <a:spcAft>
                <a:spcPts val="0"/>
              </a:spcAft>
              <a:buClr>
                <a:schemeClr val="dk1"/>
              </a:buClr>
              <a:buSzPts val="2800"/>
              <a:buFont typeface="Arial"/>
              <a:buChar char="•"/>
            </a:pPr>
            <a:r>
              <a:rPr lang="en-US">
                <a:solidFill>
                  <a:schemeClr val="dk1"/>
                </a:solidFill>
              </a:rPr>
              <a:t>The deployment involves setting up a Flask web service to serve the machine learning model for predictions. The environment is containerized using Docker for consistent deployment across various platforms (cloud/on-premise).</a:t>
            </a:r>
            <a:endParaRPr>
              <a:solidFill>
                <a:schemeClr val="dk1"/>
              </a:solidFill>
            </a:endParaRPr>
          </a:p>
          <a:p>
            <a:pPr indent="-254000" lvl="0" marL="228600" rtl="0" algn="l">
              <a:lnSpc>
                <a:spcPct val="90000"/>
              </a:lnSpc>
              <a:spcBef>
                <a:spcPts val="1000"/>
              </a:spcBef>
              <a:spcAft>
                <a:spcPts val="0"/>
              </a:spcAft>
              <a:buClr>
                <a:schemeClr val="dk1"/>
              </a:buClr>
              <a:buSzPts val="2800"/>
              <a:buFont typeface="Arial"/>
              <a:buChar char="•"/>
            </a:pPr>
            <a:r>
              <a:rPr lang="en-US">
                <a:solidFill>
                  <a:schemeClr val="dk1"/>
                </a:solidFill>
              </a:rPr>
              <a:t>The model is serialized using pickle to store it in a binary format for easy loading during inference.The Flask app serves the serialized model through API endpoints, receiving POST requests with input data, running the model, and returning predictions.</a:t>
            </a:r>
            <a:endParaRPr>
              <a:solidFill>
                <a:schemeClr val="dk1"/>
              </a:solidFill>
            </a:endParaRPr>
          </a:p>
          <a:p>
            <a:pPr indent="0" lvl="0" marL="228600" rtl="0" algn="l">
              <a:lnSpc>
                <a:spcPct val="90000"/>
              </a:lnSpc>
              <a:spcBef>
                <a:spcPts val="1000"/>
              </a:spcBef>
              <a:spcAft>
                <a:spcPts val="0"/>
              </a:spcAft>
              <a:buNone/>
            </a:pPr>
            <a:r>
              <a:t/>
            </a:r>
            <a:endParaRPr b="1" sz="2400"/>
          </a:p>
          <a:p>
            <a:pPr indent="-50800" lvl="0" marL="228600" rtl="0" algn="l">
              <a:lnSpc>
                <a:spcPct val="90000"/>
              </a:lnSpc>
              <a:spcBef>
                <a:spcPts val="1000"/>
              </a:spcBef>
              <a:spcAft>
                <a:spcPts val="0"/>
              </a:spcAft>
              <a:buClr>
                <a:schemeClr val="lt1"/>
              </a:buClr>
              <a:buSzPts val="2800"/>
              <a:buNone/>
            </a:pPr>
            <a:r>
              <a:t/>
            </a:r>
            <a:endParaRPr/>
          </a:p>
        </p:txBody>
      </p:sp>
      <p:sp>
        <p:nvSpPr>
          <p:cNvPr id="414" name="Google Shape;414;p17"/>
          <p:cNvSpPr txBox="1"/>
          <p:nvPr/>
        </p:nvSpPr>
        <p:spPr>
          <a:xfrm>
            <a:off x="88776" y="177553"/>
            <a:ext cx="5066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Frontier Tech Leaders Programme Global Cohort 1</a:t>
            </a:r>
            <a:endParaRPr sz="12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18"/>
          <p:cNvSpPr txBox="1"/>
          <p:nvPr>
            <p:ph type="title"/>
          </p:nvPr>
        </p:nvSpPr>
        <p:spPr>
          <a:xfrm>
            <a:off x="1039653" y="1064779"/>
            <a:ext cx="10112695" cy="92125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C837"/>
              </a:buClr>
              <a:buSzPts val="4400"/>
              <a:buFont typeface="Calibri"/>
              <a:buNone/>
            </a:pPr>
            <a:r>
              <a:rPr b="1" lang="en-US"/>
              <a:t>Future Work</a:t>
            </a:r>
            <a:endParaRPr/>
          </a:p>
        </p:txBody>
      </p:sp>
      <p:sp>
        <p:nvSpPr>
          <p:cNvPr id="420" name="Google Shape;420;p18"/>
          <p:cNvSpPr txBox="1"/>
          <p:nvPr>
            <p:ph idx="1" type="body"/>
          </p:nvPr>
        </p:nvSpPr>
        <p:spPr>
          <a:xfrm>
            <a:off x="1049144" y="2007219"/>
            <a:ext cx="10093712" cy="416974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lt1"/>
              </a:buClr>
              <a:buSzPts val="2400"/>
              <a:buFont typeface="Arial"/>
              <a:buChar char="•"/>
            </a:pPr>
            <a:r>
              <a:rPr lang="en-US" sz="2400"/>
              <a:t>Collecting data from differents part of the world and not limiting it to only California</a:t>
            </a:r>
            <a:endParaRPr/>
          </a:p>
          <a:p>
            <a:pPr indent="-228600" lvl="0" marL="228600" rtl="0" algn="l">
              <a:lnSpc>
                <a:spcPct val="90000"/>
              </a:lnSpc>
              <a:spcBef>
                <a:spcPts val="1000"/>
              </a:spcBef>
              <a:spcAft>
                <a:spcPts val="0"/>
              </a:spcAft>
              <a:buClr>
                <a:schemeClr val="lt1"/>
              </a:buClr>
              <a:buSzPts val="2400"/>
              <a:buFont typeface="Arial"/>
              <a:buChar char="•"/>
            </a:pPr>
            <a:r>
              <a:rPr lang="en-US" sz="2400"/>
              <a:t>Explore advanced machine learning techniques (e.g., deep learning, ensemble models) to improve prediction accuracy.</a:t>
            </a:r>
            <a:endParaRPr sz="2400"/>
          </a:p>
          <a:p>
            <a:pPr indent="-228600" lvl="0" marL="228600" rtl="0" algn="l">
              <a:lnSpc>
                <a:spcPct val="90000"/>
              </a:lnSpc>
              <a:spcBef>
                <a:spcPts val="1000"/>
              </a:spcBef>
              <a:spcAft>
                <a:spcPts val="0"/>
              </a:spcAft>
              <a:buSzPts val="2400"/>
              <a:buChar char="•"/>
            </a:pPr>
            <a:r>
              <a:rPr lang="en-US" sz="2400"/>
              <a:t>Integrate with IoT sensors for real-time data collection on soil moisture, humidity, and temperature, enabling continuous model updates and recommendations.</a:t>
            </a:r>
            <a:endParaRPr sz="2400"/>
          </a:p>
          <a:p>
            <a:pPr indent="-228600" lvl="0" marL="228600" rtl="0" algn="l">
              <a:lnSpc>
                <a:spcPct val="90000"/>
              </a:lnSpc>
              <a:spcBef>
                <a:spcPts val="1000"/>
              </a:spcBef>
              <a:spcAft>
                <a:spcPts val="0"/>
              </a:spcAft>
              <a:buSzPts val="2400"/>
              <a:buChar char="•"/>
            </a:pPr>
            <a:r>
              <a:rPr lang="en-US" sz="2400"/>
              <a:t>Provide multi-language support to cater to farmers across different regions, ensuring broader accessibility.</a:t>
            </a:r>
            <a:endParaRPr sz="2400"/>
          </a:p>
          <a:p>
            <a:pPr indent="-50800" lvl="0" marL="228600" rtl="0" algn="l">
              <a:lnSpc>
                <a:spcPct val="90000"/>
              </a:lnSpc>
              <a:spcBef>
                <a:spcPts val="1000"/>
              </a:spcBef>
              <a:spcAft>
                <a:spcPts val="0"/>
              </a:spcAft>
              <a:buClr>
                <a:schemeClr val="lt1"/>
              </a:buClr>
              <a:buSzPts val="2800"/>
              <a:buNone/>
            </a:pPr>
            <a:r>
              <a:t/>
            </a:r>
            <a:endParaRPr/>
          </a:p>
        </p:txBody>
      </p:sp>
      <p:sp>
        <p:nvSpPr>
          <p:cNvPr id="421" name="Google Shape;421;p18"/>
          <p:cNvSpPr txBox="1"/>
          <p:nvPr/>
        </p:nvSpPr>
        <p:spPr>
          <a:xfrm>
            <a:off x="88776" y="177553"/>
            <a:ext cx="5066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Frontier Tech Leaders Programme Global Cohort 1</a:t>
            </a:r>
            <a:endParaRPr sz="12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19"/>
          <p:cNvSpPr txBox="1"/>
          <p:nvPr>
            <p:ph type="title"/>
          </p:nvPr>
        </p:nvSpPr>
        <p:spPr>
          <a:xfrm>
            <a:off x="1039653" y="1064779"/>
            <a:ext cx="10112695" cy="92125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C837"/>
              </a:buClr>
              <a:buSzPts val="4400"/>
              <a:buFont typeface="Calibri"/>
              <a:buNone/>
            </a:pPr>
            <a:r>
              <a:rPr lang="en-US"/>
              <a:t>References</a:t>
            </a:r>
            <a:endParaRPr/>
          </a:p>
        </p:txBody>
      </p:sp>
      <p:sp>
        <p:nvSpPr>
          <p:cNvPr id="427" name="Google Shape;427;p19"/>
          <p:cNvSpPr txBox="1"/>
          <p:nvPr>
            <p:ph idx="1" type="body"/>
          </p:nvPr>
        </p:nvSpPr>
        <p:spPr>
          <a:xfrm>
            <a:off x="1049144" y="2007219"/>
            <a:ext cx="10093712" cy="4169743"/>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lt1"/>
              </a:buClr>
              <a:buSzPts val="2800"/>
              <a:buNone/>
            </a:pPr>
            <a:r>
              <a:rPr lang="en-US" u="sng">
                <a:solidFill>
                  <a:schemeClr val="hlink"/>
                </a:solidFill>
                <a:hlinkClick r:id="rId3"/>
              </a:rPr>
              <a:t>https://scikit-learn.org/stable/supervised_learning.html</a:t>
            </a:r>
            <a:endParaRPr/>
          </a:p>
          <a:p>
            <a:pPr indent="-50800" lvl="0" marL="228600" rtl="0" algn="l">
              <a:lnSpc>
                <a:spcPct val="90000"/>
              </a:lnSpc>
              <a:spcBef>
                <a:spcPts val="0"/>
              </a:spcBef>
              <a:spcAft>
                <a:spcPts val="0"/>
              </a:spcAft>
              <a:buClr>
                <a:schemeClr val="lt1"/>
              </a:buClr>
              <a:buSzPts val="2800"/>
              <a:buNone/>
            </a:pPr>
            <a:r>
              <a:rPr lang="en-US" u="sng">
                <a:solidFill>
                  <a:schemeClr val="hlink"/>
                </a:solidFill>
                <a:hlinkClick r:id="rId4"/>
              </a:rPr>
              <a:t>https://www.youtube.com/@RyanAndMattDataScience</a:t>
            </a:r>
            <a:endParaRPr/>
          </a:p>
          <a:p>
            <a:pPr indent="-50800" lvl="0" marL="228600" rtl="0" algn="l">
              <a:lnSpc>
                <a:spcPct val="90000"/>
              </a:lnSpc>
              <a:spcBef>
                <a:spcPts val="0"/>
              </a:spcBef>
              <a:spcAft>
                <a:spcPts val="0"/>
              </a:spcAft>
              <a:buClr>
                <a:schemeClr val="lt1"/>
              </a:buClr>
              <a:buSzPts val="2800"/>
              <a:buNone/>
            </a:pPr>
            <a:r>
              <a:t/>
            </a:r>
            <a:endParaRPr/>
          </a:p>
        </p:txBody>
      </p:sp>
      <p:sp>
        <p:nvSpPr>
          <p:cNvPr id="428" name="Google Shape;428;p19"/>
          <p:cNvSpPr txBox="1"/>
          <p:nvPr/>
        </p:nvSpPr>
        <p:spPr>
          <a:xfrm>
            <a:off x="88776" y="177553"/>
            <a:ext cx="5066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Frontier Tech Leaders Programme Global Cohort 1</a:t>
            </a:r>
            <a:endParaRPr sz="12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20"/>
          <p:cNvSpPr txBox="1"/>
          <p:nvPr>
            <p:ph type="title"/>
          </p:nvPr>
        </p:nvSpPr>
        <p:spPr>
          <a:xfrm>
            <a:off x="1039653" y="1064779"/>
            <a:ext cx="10112695" cy="92125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C837"/>
              </a:buClr>
              <a:buSzPts val="4400"/>
              <a:buFont typeface="Calibri"/>
              <a:buNone/>
            </a:pPr>
            <a:r>
              <a:rPr lang="en-US"/>
              <a:t>Thank you!</a:t>
            </a:r>
            <a:endParaRPr/>
          </a:p>
        </p:txBody>
      </p:sp>
      <p:pic>
        <p:nvPicPr>
          <p:cNvPr id="435" name="Google Shape;435;p20"/>
          <p:cNvPicPr preferRelativeResize="0"/>
          <p:nvPr>
            <p:ph idx="1" type="body"/>
          </p:nvPr>
        </p:nvPicPr>
        <p:blipFill rotWithShape="1">
          <a:blip r:embed="rId3">
            <a:alphaModFix/>
          </a:blip>
          <a:srcRect b="0" l="0" r="0" t="0"/>
          <a:stretch/>
        </p:blipFill>
        <p:spPr>
          <a:xfrm>
            <a:off x="5113452" y="2818440"/>
            <a:ext cx="2482855" cy="2482855"/>
          </a:xfrm>
          <a:prstGeom prst="rect">
            <a:avLst/>
          </a:prstGeom>
          <a:noFill/>
          <a:ln>
            <a:noFill/>
          </a:ln>
        </p:spPr>
      </p:pic>
      <p:pic>
        <p:nvPicPr>
          <p:cNvPr id="436" name="Google Shape;436;p20"/>
          <p:cNvPicPr preferRelativeResize="0"/>
          <p:nvPr/>
        </p:nvPicPr>
        <p:blipFill rotWithShape="1">
          <a:blip r:embed="rId4">
            <a:alphaModFix/>
          </a:blip>
          <a:srcRect b="0" l="0" r="0" t="0"/>
          <a:stretch/>
        </p:blipFill>
        <p:spPr>
          <a:xfrm>
            <a:off x="8526090" y="3141200"/>
            <a:ext cx="2626258" cy="2008584"/>
          </a:xfrm>
          <a:prstGeom prst="rect">
            <a:avLst/>
          </a:prstGeom>
          <a:noFill/>
          <a:ln>
            <a:noFill/>
          </a:ln>
        </p:spPr>
      </p:pic>
      <p:pic>
        <p:nvPicPr>
          <p:cNvPr descr="A blue text on a black background&#10;&#10;Description automatically generated with low confidence" id="437" name="Google Shape;437;p20"/>
          <p:cNvPicPr preferRelativeResize="0"/>
          <p:nvPr/>
        </p:nvPicPr>
        <p:blipFill rotWithShape="1">
          <a:blip r:embed="rId5">
            <a:alphaModFix/>
          </a:blip>
          <a:srcRect b="0" l="0" r="0" t="0"/>
          <a:stretch/>
        </p:blipFill>
        <p:spPr>
          <a:xfrm>
            <a:off x="872505" y="3336909"/>
            <a:ext cx="3311164" cy="1617165"/>
          </a:xfrm>
          <a:prstGeom prst="rect">
            <a:avLst/>
          </a:prstGeom>
          <a:noFill/>
          <a:ln>
            <a:noFill/>
          </a:ln>
        </p:spPr>
      </p:pic>
      <p:sp>
        <p:nvSpPr>
          <p:cNvPr id="438" name="Google Shape;438;p20"/>
          <p:cNvSpPr txBox="1"/>
          <p:nvPr/>
        </p:nvSpPr>
        <p:spPr>
          <a:xfrm>
            <a:off x="88776" y="177553"/>
            <a:ext cx="5066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Frontier Tech Leaders Programme Global Cohort 1</a:t>
            </a:r>
            <a:endParaRPr sz="12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frontiertech">
  <a:themeElements>
    <a:clrScheme name="Custom 2">
      <a:dk1>
        <a:srgbClr val="FEFFFE"/>
      </a:dk1>
      <a:lt1>
        <a:srgbClr val="FFFFFF"/>
      </a:lt1>
      <a:dk2>
        <a:srgbClr val="FEFFFE"/>
      </a:dk2>
      <a:lt2>
        <a:srgbClr val="E7E6E6"/>
      </a:lt2>
      <a:accent1>
        <a:srgbClr val="FEC736"/>
      </a:accent1>
      <a:accent2>
        <a:srgbClr val="4CA2A9"/>
      </a:accent2>
      <a:accent3>
        <a:srgbClr val="5E73AC"/>
      </a:accent3>
      <a:accent4>
        <a:srgbClr val="B68A29"/>
      </a:accent4>
      <a:accent5>
        <a:srgbClr val="5B9BD5"/>
      </a:accent5>
      <a:accent6>
        <a:srgbClr val="70AD47"/>
      </a:accent6>
      <a:hlink>
        <a:srgbClr val="FEC736"/>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rontiertech">
  <a:themeElements>
    <a:clrScheme name="Custom 2">
      <a:dk1>
        <a:srgbClr val="FEFFFE"/>
      </a:dk1>
      <a:lt1>
        <a:srgbClr val="FFFFFF"/>
      </a:lt1>
      <a:dk2>
        <a:srgbClr val="FEFFFE"/>
      </a:dk2>
      <a:lt2>
        <a:srgbClr val="E7E6E6"/>
      </a:lt2>
      <a:accent1>
        <a:srgbClr val="FEC736"/>
      </a:accent1>
      <a:accent2>
        <a:srgbClr val="4CA2A9"/>
      </a:accent2>
      <a:accent3>
        <a:srgbClr val="FEFFFF"/>
      </a:accent3>
      <a:accent4>
        <a:srgbClr val="FE567D"/>
      </a:accent4>
      <a:accent5>
        <a:srgbClr val="5B9BD5"/>
      </a:accent5>
      <a:accent6>
        <a:srgbClr val="FFFEFD"/>
      </a:accent6>
      <a:hlink>
        <a:srgbClr val="FDFFFD"/>
      </a:hlink>
      <a:folHlink>
        <a:srgbClr val="FFFE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frontiertech">
  <a:themeElements>
    <a:clrScheme name="Custom 2">
      <a:dk1>
        <a:srgbClr val="FEFFFE"/>
      </a:dk1>
      <a:lt1>
        <a:srgbClr val="FFFFFF"/>
      </a:lt1>
      <a:dk2>
        <a:srgbClr val="FEFFFE"/>
      </a:dk2>
      <a:lt2>
        <a:srgbClr val="E7E6E6"/>
      </a:lt2>
      <a:accent1>
        <a:srgbClr val="FEC736"/>
      </a:accent1>
      <a:accent2>
        <a:srgbClr val="4CA2A9"/>
      </a:accent2>
      <a:accent3>
        <a:srgbClr val="5E73AC"/>
      </a:accent3>
      <a:accent4>
        <a:srgbClr val="B68A29"/>
      </a:accent4>
      <a:accent5>
        <a:srgbClr val="5B9BD5"/>
      </a:accent5>
      <a:accent6>
        <a:srgbClr val="70AD47"/>
      </a:accent6>
      <a:hlink>
        <a:srgbClr val="FEC736"/>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2023-07-17T12:29:49Z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0x010100CFD09C42E8C23742B9E074A3CA081CCE</vt:lpwstr>
  </property>
  <property fmtid="{D5CDD505-2E9C-101B-9397-08002B2CF9AE}" pid="3" name="MediaServiceImageTags">
    <vt:lpwstr/>
  </property>
</Properties>
</file>